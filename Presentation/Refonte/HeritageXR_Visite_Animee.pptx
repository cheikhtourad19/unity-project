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2" r:id="rId17"/>
    <p:sldId id="273" r:id="rId18"/>
  </p:sldIdLst>
  <p:sldSz cx="15240000" cy="8572500"/>
  <p:notesSz cx="6858000" cy="9144000"/>
  <p:defaultTextStyle>
    <a:defPPr>
      <a:defRPr lang="en-T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4676"/>
  </p:normalViewPr>
  <p:slideViewPr>
    <p:cSldViewPr snapToGrid="0">
      <p:cViewPr varScale="1">
        <p:scale>
          <a:sx n="91" d="100"/>
          <a:sy n="91" d="100"/>
        </p:scale>
        <p:origin x="704" y="20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Ouvrir la présentation sur le splash, puis poser le contexte en une phrase : HeritageXR est un guide muséal qui associe une œuvre, une exploration visuelle et un récit. L’application mobile sera montrée pendant la soutenance. Ce visuel est le véritable fond de lancement du projet, une illustration d’identité et non la photographie d’un site archéologique. Présenter le projet académique et annoncer que le jury va suivre un parcours de visite.</a:t>
            </a:r>
          </a:p>
          <a:p>
            <a:endParaRPr/>
          </a:p>
          <a:p>
            <a:r>
              <a:t>Sources et traçabilité :</a:t>
            </a:r>
          </a:p>
          <a:p>
            <a:r>
              <a:t>HERITAGEXR_CONTEXT.md</a:t>
            </a:r>
          </a:p>
          <a:p>
            <a:r>
              <a:t>Assets/HeritageXR/Resources/Branding/README.md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Laisser quelques secondes au public pour regarder la pierre. Demander ce que la photographie permet de comprendre et ce qui demande une explication. HeritageXR répond à ce besoin : relier ce que l’on observe au contexte culturel et donner le temps d’examiner les détails. Ne pas transformer cette mise en situation en résultat d’une étude utilisateur ; elle illustre le besoin de médiation du projet.</a:t>
            </a:r>
          </a:p>
          <a:p>
            <a:endParaRPr/>
          </a:p>
          <a:p>
            <a:r>
              <a:t>Sources et traçabilité :</a:t>
            </a:r>
          </a:p>
          <a:p>
            <a:r>
              <a:t>HERITAGEXR_CONTEXT.md</a:t>
            </a:r>
          </a:p>
          <a:p>
            <a:r>
              <a:t>BabelStone · CC-BY-SA-3.0 · https://commons.wikimedia.org/wiki/File:Rosetta_Stone_at_the_British_Museum.jpg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Ces images sont de vraies captures d’une étape antérieure du prototype. Elles montrent la construction du parcours : accueil, fiche et viewer. Les réglages, les langues, les audios et les quiz ont ensuite évolué. Ne pas présenter ces vues comme des captures du build 6. La version actuelle est démontrée sur l’iPhone. L’en-tête, les accès aux fonctions et la séparation des pages ont été retravaillés pour garder une navigation lisible.</a:t>
            </a:r>
          </a:p>
          <a:p>
            <a:endParaRPr/>
          </a:p>
          <a:p>
            <a:r>
              <a:t>Sources et traçabilité :</a:t>
            </a:r>
          </a:p>
          <a:p>
            <a:r>
              <a:t>Assets/Artifacts/Preview/ — captures historiques, pas de nouveaux essais exécutés</a:t>
            </a:r>
          </a:p>
          <a:p>
            <a:r>
              <a:t>Assets/HeritageXR/Scripts/MuseumApp.cs</a:t>
            </a:r>
          </a:p>
          <a:p>
            <a:r>
              <a:t>UX_ARCHITECTURE.md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L’image affichée à gauche est la véritable photo de référence de Rosette. Le suivi repose sur AR Foundation et ARKit, pas sur une reconnaissance volumétrique par IA. Le guide à droite est une capture historique. La bibliothèque actuelle contient six cibles, avec une largeur de référence de 12 cm à mesurer à l’impression. À la perte de suivi, le modèle est masqué et la voix mise en pause. Pour la même cible, la reprise dépend de l’état de lecture précédent. Aucun démarrage automatique à la seule reconnaissance.</a:t>
            </a:r>
          </a:p>
          <a:p>
            <a:endParaRPr/>
          </a:p>
          <a:p>
            <a:r>
              <a:t>Sources et traçabilité :</a:t>
            </a:r>
          </a:p>
          <a:p>
            <a:r>
              <a:t>BabelStone · CC-BY-SA-3.0 · https://commons.wikimedia.org/wiki/File:Rosetta_Stone_at_the_British_Museum.jpg</a:t>
            </a:r>
          </a:p>
          <a:p>
            <a:r>
              <a:t>Assets/Artifacts/Preview/ — captures historiques, pas de nouveaux essais exécutés</a:t>
            </a:r>
          </a:p>
          <a:p>
            <a:r>
              <a:t>Assets/HeritageXR/Scripts/MuseumAR.cs</a:t>
            </a:r>
          </a:p>
          <a:p>
            <a:r>
              <a:t>Printables/targets.html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Le viewer est indépendant du scanner : il permet d’examiner le modèle hors caméra. Le zoom optique documenté va de 0,4× à 24×. Les gestes ont été corrigés après les retours sur le sens horizontal et les rotations verticales. La photographie agrandie à droite est un détail de l’image de Rosette, pas une fausse capture du viewer. Dans la version actuelle, la narration et les sous-titres accompagnent le modèle ; changer de type audio conserve sa pose. La capture montre une étape historique de l’interface.</a:t>
            </a:r>
          </a:p>
          <a:p>
            <a:endParaRPr/>
          </a:p>
          <a:p>
            <a:r>
              <a:t>Sources et traçabilité :</a:t>
            </a:r>
          </a:p>
          <a:p>
            <a:r>
              <a:t>Assets/Artifacts/Preview/ — captures historiques, pas de nouveaux essais exécutés</a:t>
            </a:r>
          </a:p>
          <a:p>
            <a:r>
              <a:t>BabelStone · CC-BY-SA-3.0 · https://commons.wikimedia.org/wiki/File:Rosetta_Stone_at_the_British_Museum.jpg</a:t>
            </a:r>
          </a:p>
          <a:p>
            <a:r>
              <a:t>Assets/HeritageXR/Scripts/ArtworkViewer.cs</a:t>
            </a:r>
          </a:p>
          <a:p>
            <a:r>
              <a:t>Assets/HeritageXR/Scripts/MuseumApp.ViewerAudio.cs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Lire la phrase affichée, puis proposer de l’entendre pendant la démonstration mobile. Le texte vient du véritable script de narration FR de Ramsès II ; aucun son n’est régénéré pour la présentation. Narration culturelle et audiodescription sont deux pistes distinctes. Les voix existantes ont été produites avec ElevenLabs. Dans le scanner, la source est attachée au modèle en son 3D ; dans le viewer, la voix reste en 2D. Le démarrage est manuel et une seule piste peut être active.</a:t>
            </a:r>
          </a:p>
          <a:p>
            <a:endParaRPr/>
          </a:p>
          <a:p>
            <a:r>
              <a:t>Sources et traçabilité :</a:t>
            </a:r>
          </a:p>
          <a:p>
            <a:r>
              <a:t>BabelStone · CC-BY-SA-3.0 · https://commons.wikimedia.org/wiki/File:Statue_of_Ramesses_II_at_the_British_Museum.jpg</a:t>
            </a:r>
          </a:p>
          <a:p>
            <a:r>
              <a:t>Content/NarrationScripts/bm_ea19/narration.fr.txt</a:t>
            </a:r>
          </a:p>
          <a:p>
            <a:r>
              <a:t>AssetSources/Audio/bm_ea19/narration.fr.mp3</a:t>
            </a:r>
          </a:p>
          <a:p>
            <a:r>
              <a:t>Assets/HeritageXR/Scripts/MuseumAudio.cs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Les textes et voix existent en français, arabe et anglais. L’arabe bénéficie d’une police embarquée et d’une lecture RTL dans l’application. Les sous-titres sont alignés sur les enregistrements : pause et recherche suivent la position AudioSource. Les préférences de langue, volume, type de piste, taille du texte et sous-titres sont persistantes. Le projet intègre 36 pistes et 352 segments. Cela constitue une prise en compte de l’accessibilité, sans revendiquer une certification générale.</a:t>
            </a:r>
          </a:p>
          <a:p>
            <a:endParaRPr/>
          </a:p>
          <a:p>
            <a:r>
              <a:t>Sources et traçabilité :</a:t>
            </a:r>
          </a:p>
          <a:p>
            <a:r>
              <a:t>M0tty · CC-BY-SA-3.0 · https://commons.wikimedia.org/wiki/File:Granite_ram_of_Amun_with_King_Taharqa_-_British_Museum.jpg</a:t>
            </a:r>
          </a:p>
          <a:p>
            <a:r>
              <a:t>Assets/HeritageXR/Resources/Localization/MuseumStrings.json</a:t>
            </a:r>
          </a:p>
          <a:p>
            <a:r>
              <a:t>Content/Subtitles/alignment-report.json</a:t>
            </a:r>
          </a:p>
          <a:p>
            <a:r>
              <a:t>CREDIT_BUILD_REPORT.json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Poser la question et laisser quelques secondes au public avant de passer à la réponse. Les quatre propositions sont celles du quiz réel de Rosette ; elles ne sont pas inventées pour l’exposé. Le quiz de l’application fournit une seule bonne réponse parmi quatre, puis une correction expliquée. Les textes et identifiants existent en trois langues.</a:t>
            </a:r>
          </a:p>
          <a:p>
            <a:endParaRPr/>
          </a:p>
          <a:p>
            <a:r>
              <a:t>Sources et traçabilité :</a:t>
            </a:r>
          </a:p>
          <a:p>
            <a:r>
              <a:t>BabelStone · CC-BY-SA-3.0 · https://commons.wikimedia.org/wiki/File:Rosetta_Stone_at_the_British_Museum.jpg</a:t>
            </a:r>
          </a:p>
          <a:p>
            <a:r>
              <a:t>Content/catalog.json, bm_ea24.games</a:t>
            </a:r>
          </a:p>
          <a:p>
            <a:r>
              <a:t>Content/QUIZ.md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La bonne réponse est hiéroglyphes, démotique et grec. Le texte de présentation de Rosette évoque un décret en l’honneur de Ptolémée V et l’intérêt de comparer les trois écritures pour le déchiffrement. Ne pas prétendre que ce détail historique est une nouvelle recherche du projet. Dans l’application, une bonne réponse vaut un point ; trois questions sont proposées par œuvre. Les réponses, la correction en attente et le meilleur score sont sauvegardés localement. Un changement de langue ne change pas les réponses déjà enregistrées.</a:t>
            </a:r>
          </a:p>
          <a:p>
            <a:endParaRPr/>
          </a:p>
          <a:p>
            <a:r>
              <a:t>Sources et traçabilité :</a:t>
            </a:r>
          </a:p>
          <a:p>
            <a:r>
              <a:t>BabelStone · CC-BY-SA-3.0 · https://commons.wikimedia.org/wiki/File:Rosetta_Stone_at_the_British_Museum.jpg</a:t>
            </a:r>
          </a:p>
          <a:p>
            <a:r>
              <a:t>Content/catalog.json, bm_ea24.texts et games</a:t>
            </a:r>
          </a:p>
          <a:p>
            <a:r>
              <a:t>Assets/HeritageXR/Scripts/MuseumQuiz.cs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Cette composition présente les six œuvres du catalogue actuel. Chaque photo est une ressource existante du projet, volontairement reprise en grand format. Les œuvres disposent d’une même structure de données et des mêmes entrées d’exploration ; les six éléments initiaux ne sont pas une limite logicielle. Citer les identifiants si le jury le demande : EA24, EA74, EA1779, EA19, EA1 et EA23. Les images sont des photographies de référence, pas six captures du rendu 3D.</a:t>
            </a:r>
          </a:p>
          <a:p>
            <a:endParaRPr/>
          </a:p>
          <a:p>
            <a:r>
              <a:t>Sources et traçabilité :</a:t>
            </a:r>
          </a:p>
          <a:p>
            <a:r>
              <a:t>Content/catalog.json</a:t>
            </a:r>
          </a:p>
          <a:p>
            <a:r>
              <a:t>BabelStone · CC-BY-SA-3.0 · https://commons.wikimedia.org/wiki/File:Rosetta_Stone_at_the_British_Museum.jpg</a:t>
            </a:r>
          </a:p>
          <a:p>
            <a:r>
              <a:t>Szilas · CC-BY-SA-4.0 · https://commons.wikimedia.org/wiki/File:Giant_scarab_in_the_British_Museum.jpg</a:t>
            </a:r>
          </a:p>
          <a:p>
            <a:r>
              <a:t>M0tty · CC-BY-SA-3.0 · https://commons.wikimedia.org/wiki/File:Granite_ram_of_Amun_with_King_Taharqa_-_British_Museum.jpg</a:t>
            </a:r>
          </a:p>
          <a:p>
            <a:r>
              <a:t>BabelStone · CC-BY-SA-3.0 · https://commons.wikimedia.org/wiki/File:Statue_of_Ramesses_II_at_the_British_Museum.jpg</a:t>
            </a:r>
          </a:p>
          <a:p>
            <a:r>
              <a:t>Szilas · CC-BY-SA-4.0 · https://commons.wikimedia.org/wiki/File:Red_granite_figure_of_a_lion_from_Gebel_Barkal.jpg</a:t>
            </a:r>
          </a:p>
          <a:p>
            <a:r>
              <a:t>akhenatenator · CC0-1.0 · https://www.flickr.com/photos/86012097@N08/10678557766/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Le schéma décrit le fonctionnement local du prototype. MuseumAR gère le suivi ; l’identifiant relie l’œuvre à son modèle et ses pistes ; MuseumApp présente les pages et MuseumAudio pilote la source partagée. Le quiz et la progression sont des composants locaux. Il n’existe pas de serveur métier ou de curateur déployé. La pile documentée est Unity 6, AR Foundation/ARKit, C#, UI Toolkit et Xcode pour la compilation iOS. Les contenus sont embarqués ; il ne faut pas présenter Addressables ou un backend comme réalisés.</a:t>
            </a:r>
          </a:p>
          <a:p>
            <a:endParaRPr/>
          </a:p>
          <a:p>
            <a:r>
              <a:t>Sources et traçabilité :</a:t>
            </a:r>
          </a:p>
          <a:p>
            <a:r>
              <a:t>Szilas · CC-BY-SA-4.0 · https://commons.wikimedia.org/wiki/File:Giant_scarab_in_the_British_Museum.jpg</a:t>
            </a:r>
          </a:p>
          <a:p>
            <a:r>
              <a:t>Assets/HeritageXR/Scripts/MuseumAR.cs</a:t>
            </a:r>
          </a:p>
          <a:p>
            <a:r>
              <a:t>Assets/HeritageXR/Scripts/MuseumApp.cs</a:t>
            </a:r>
          </a:p>
          <a:p>
            <a:r>
              <a:t>Assets/HeritageXR/Scripts/MuseumCollection.cs</a:t>
            </a:r>
          </a:p>
          <a:p>
            <a:r>
              <a:t>HERITAGEXR_CONTEXT.md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Le catalogue actif utilise schemaVersion 2. Chaque œuvre associe texts, model, targets, audio et games, avec versions et sources. L’identifiant bm_ea23 correspond ici au sarcophage de Hapmen. Des templates et des schémas évitent d’inventer une structure différente à chaque ajout. Les informations restent en JSON ; SQLite n’a pas été nécessaire. Les ajouts sont actuellement importés dans Unity et nécessitent un nouveau build. Le mode curateur et la publication dynamique restent des étapes ultérieures, pas un fonctionnement disponible.</a:t>
            </a:r>
          </a:p>
          <a:p>
            <a:endParaRPr/>
          </a:p>
          <a:p>
            <a:r>
              <a:t>Sources et traçabilité :</a:t>
            </a:r>
          </a:p>
          <a:p>
            <a:r>
              <a:t>akhenatenator · CC0-1.0 · https://www.flickr.com/photos/86012097@N08/10678557766/</a:t>
            </a:r>
          </a:p>
          <a:p>
            <a:r>
              <a:t>Content/catalog.json</a:t>
            </a:r>
          </a:p>
          <a:p>
            <a:r>
              <a:t>Content/catalog.schema.json</a:t>
            </a:r>
          </a:p>
          <a:p>
            <a:r>
              <a:t>Content/artwork.template.json</a:t>
            </a:r>
          </a:p>
          <a:p>
            <a:r>
              <a:t>Assets/HeritageXR/Editor/CollectionImport.cs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La phrase reprend un problème effectivement signalé par l’utilisateur : la limite de zoom empêchait de lire les inscriptions. Cette difficulté a conduit à corriger les gestes et à étendre le zoom optique. Les essais ont aussi révélé des problèmes de permission caméra et de transition entre pages. Ils ont été corrigés et des retours utilisateur positifs ont suivi sur plusieurs versions. La capture est historique : elle sert à montrer le viewer sur lequel a porté l’itération, pas à inventer une comparaison avant/après de la version actuelle.</a:t>
            </a:r>
          </a:p>
          <a:p>
            <a:endParaRPr/>
          </a:p>
          <a:p>
            <a:r>
              <a:t>Sources et traçabilité :</a:t>
            </a:r>
          </a:p>
          <a:p>
            <a:r>
              <a:t>Assets/Artifacts/Preview/ — captures historiques, pas de nouveaux essais exécutés</a:t>
            </a:r>
          </a:p>
          <a:p>
            <a:r>
              <a:t>Historique de la conversation : retour utilisateur sur le viewer</a:t>
            </a:r>
          </a:p>
          <a:p>
            <a:r>
              <a:t>FUNCTIONAL_TESTS.md</a:t>
            </a:r>
          </a:p>
          <a:p>
            <a:r>
              <a:t>HERITAGEXR_CONTEXT.md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Le rapport du build 6 indique Succeeded et zéro erreur pour Unity ainsi qu’une compilation Xcode réussie, sans signature. Il reste deux avertissements Unity non bloquants. Les sous-titres et quiz ont été acceptés globalement par l’utilisateur, sans campagne détaillée par scénario. Le statut de la dernière livraison audio du viewer et branding reste celui de livrée/compilée, en attente de confirmation physique détaillée. Aucun taux de reconnaissance, moyenne de FPS ou pourcentage de satisfaction n’est inventé. La présentation accompagne la preuve mobile et ne la remplace pas.</a:t>
            </a:r>
          </a:p>
          <a:p>
            <a:endParaRPr/>
          </a:p>
          <a:p>
            <a:r>
              <a:t>Sources et traçabilité :</a:t>
            </a:r>
          </a:p>
          <a:p>
            <a:r>
              <a:t>CREDIT_BUILD_REPORT.json</a:t>
            </a:r>
          </a:p>
          <a:p>
            <a:r>
              <a:t>QUIZ_BUILD_REPORT.json</a:t>
            </a:r>
          </a:p>
          <a:p>
            <a:r>
              <a:t>SUBTITLE_BUILD_REPORT.json</a:t>
            </a:r>
          </a:p>
          <a:p>
            <a:r>
              <a:t>Assets/HeritageXR/Resources/Branding/README.md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Prendre l’iPhone et la cible Rosette. Le scénario proposé dure environ quatre minutes : ouvrir la fiche, scanner la cible, lancer la voix et montrer les sous-titres, puis examiner le modèle hors caméra et répondre au quiz. Montrer le résultat et la progression locale. Terminer par un changement de langue et la section À propos. Si le cadre le permet, montrer la pause à la perte de suivi. Ces actions sont à réaliser par le porteur du projet ; aucun nouvel essai sur appareil n’a été exécuté pour fabriquer cette présentation.</a:t>
            </a:r>
          </a:p>
          <a:p>
            <a:endParaRPr/>
          </a:p>
          <a:p>
            <a:r>
              <a:t>Sources et traçabilité :</a:t>
            </a:r>
          </a:p>
          <a:p>
            <a:r>
              <a:t>HERITAGEXR_CONTEXT.md</a:t>
            </a:r>
          </a:p>
          <a:p>
            <a:r>
              <a:t>TEST_VIEWER_AUDIO_IPHONE.md</a:t>
            </a:r>
          </a:p>
          <a:p>
            <a:r>
              <a:t>TEST_QUIZ_IPHONE.md</a:t>
            </a:r>
          </a:p>
          <a:p>
            <a:r>
              <a:t>Printables/targets.html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Le projet assemble une collection documentée, deux modes d’exploration, des voix multilingues, des sous-titres synchronisés et des quiz avec sauvegarde locale. La démonstration donne à voir l’expérience ; les preuves de compilation et les limites restent distinctes. Inviter le jury à revenir sur une fonctionnalité, une correction ou une décision d’architecture. Ne pas annoncer que toutes les exigences initiales ou les indicateurs ont été validés.</a:t>
            </a:r>
          </a:p>
          <a:p>
            <a:endParaRPr/>
          </a:p>
          <a:p>
            <a:r>
              <a:t>Sources et traçabilité :</a:t>
            </a:r>
          </a:p>
          <a:p>
            <a:r>
              <a:t>HERITAGEXR_CONTEXT.md</a:t>
            </a:r>
          </a:p>
          <a:p>
            <a:r>
              <a:t>CREDIT_BUILD_REPORT.json</a:t>
            </a:r>
          </a:p>
          <a:p>
            <a:r>
              <a:t>BabelStone · CC-BY-SA-3.0 · https://commons.wikimedia.org/wiki/File:Statue_of_Ramesses_II_at_the_British_Museum.jpg</a:t>
            </a:r>
          </a:p>
          <a:p>
            <a:r>
              <a:t>M0tty · CC-BY-SA-3.0 · https://commons.wikimedia.org/wiki/File:Granite_ram_of_Amun_with_King_Taharqa_-_British_Museum.jpg</a:t>
            </a:r>
          </a:p>
          <a:p>
            <a:r>
              <a:t>Szilas · CC-BY-SA-4.0 · https://commons.wikimedia.org/wiki/File:Giant_scarab_in_the_British_Museum.jpg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Les visuels de cette refonte sont exclusivement des ressources existantes : splash, icône, photographies et captures historiques du prototype. Aucune image ni voix supplémentaire n’a été générée. Les modèles sont crédités à Daniel Pett, Jennifer Wexler, Thomas Flynn et Copyright Trustees of the British Museum dans le catalogue. Les photographies conservent leurs auteurs, licences et liens. Les recadrages de la présentation sont des choix de mise en page ; ils ne créent pas de faux rendus de l’application.</a:t>
            </a:r>
          </a:p>
          <a:p>
            <a:endParaRPr/>
          </a:p>
          <a:p>
            <a:r>
              <a:t>Sources et traçabilité :</a:t>
            </a:r>
          </a:p>
          <a:p>
            <a:r>
              <a:t>Content/catalog.json</a:t>
            </a:r>
          </a:p>
          <a:p>
            <a:r>
              <a:t>https://github.com/BritishMuseumDH/DH-OculusVR-models</a:t>
            </a:r>
          </a:p>
          <a:p>
            <a:r>
              <a:t>BabelStone · CC-BY-SA-3.0 · https://commons.wikimedia.org/wiki/File:Rosetta_Stone_at_the_British_Museum.jpg</a:t>
            </a:r>
          </a:p>
          <a:p>
            <a:r>
              <a:t>Szilas · CC-BY-SA-4.0 · https://commons.wikimedia.org/wiki/File:Giant_scarab_in_the_British_Museum.jpg</a:t>
            </a:r>
          </a:p>
          <a:p>
            <a:r>
              <a:t>M0tty · CC-BY-SA-3.0 · https://commons.wikimedia.org/wiki/File:Granite_ram_of_Amun_with_King_Taharqa_-_British_Museum.jpg</a:t>
            </a:r>
          </a:p>
          <a:p>
            <a:r>
              <a:t>BabelStone · CC-BY-SA-3.0 · https://commons.wikimedia.org/wiki/File:Statue_of_Ramesses_II_at_the_British_Museum.jpg</a:t>
            </a:r>
          </a:p>
          <a:p>
            <a:r>
              <a:t>Szilas · CC-BY-SA-4.0 · https://commons.wikimedia.org/wiki/File:Red_granite_figure_of_a_lion_from_Gebel_Barkal.jpg</a:t>
            </a:r>
          </a:p>
          <a:p>
            <a:r>
              <a:t>akhenatenator · CC0-1.0 · https://www.flickr.com/photos/86012097@N08/10678557766/</a:t>
            </a:r>
          </a:p>
          <a:p>
            <a:r>
              <a:t>Assets/Artifacts/Preview/ — captures historiques, pas de nouveaux essais exécutés</a:t>
            </a:r>
          </a:p>
          <a:p>
            <a:r>
              <a:t>Assets/HeritageXR/Resources/Branding/README.md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823A02B5-2DE6-497A-9D03-B7F1476A0085}"/>
              </a:ext>
            </a:extLst>
          </p:cNvPr>
          <p:cNvSpPr>
            <a:spLocks noGrp="1"/>
          </p:cNvSpPr>
          <p:nvPr>
            <p:ph type="title"/>
          </p:nvPr>
        </p:nvSpPr>
        <p:spPr>
          <a:xfrm>
            <a:off x="1524000" y="3238500"/>
            <a:ext cx="12192000" cy="1238250"/>
          </a:xfrm>
          <a:prstGeom prst="rect">
            <a:avLst/>
          </a:prstGeom>
          <a:noFill/>
          <a:ln>
            <a:noFill/>
            <a:prstDash val="solid"/>
          </a:ln>
        </p:spPr>
        <p:txBody>
          <a:bodyPr wrap="square" lIns="0" tIns="0" rIns="0" bIns="0" anchor="ctr">
            <a:normAutofit/>
          </a:bodyPr>
          <a:lstStyle>
            <a:defPPr algn="ctr">
              <a:defRPr sz="6000" b="1">
                <a:solidFill>
                  <a:schemeClr val="tx1"/>
                </a:solidFill>
                <a:latin typeface="+mj-lt"/>
                <a:ea typeface="+mj-lt"/>
                <a:cs typeface="+mj-lt"/>
              </a:defRPr>
            </a:defPPr>
            <a:lvl1pPr marL="0" indent="0" algn="ctr">
              <a:lnSpc>
                <a:spcPct val="110000"/>
              </a:lnSpc>
              <a:spcBef>
                <a:spcPts val="0"/>
              </a:spcBef>
              <a:spcAft>
                <a:spcPts val="0"/>
              </a:spcAft>
              <a:buNone/>
              <a:defRPr sz="6000" b="1">
                <a:solidFill>
                  <a:schemeClr val="tx1"/>
                </a:solidFill>
                <a:latin typeface="+mj-lt"/>
                <a:ea typeface="+mj-lt"/>
                <a:cs typeface="+mj-lt"/>
              </a:defRPr>
            </a:lvl1pPr>
            <a:lvl2pPr marL="0" indent="0" algn="ctr">
              <a:lnSpc>
                <a:spcPct val="110000"/>
              </a:lnSpc>
              <a:spcBef>
                <a:spcPts val="0"/>
              </a:spcBef>
              <a:spcAft>
                <a:spcPts val="0"/>
              </a:spcAft>
              <a:buNone/>
              <a:defRPr sz="6000" b="1">
                <a:solidFill>
                  <a:schemeClr val="tx1"/>
                </a:solidFill>
                <a:latin typeface="+mj-lt"/>
                <a:ea typeface="+mj-lt"/>
                <a:cs typeface="+mj-lt"/>
              </a:defRPr>
            </a:lvl2pPr>
            <a:lvl3pPr marL="0" indent="0" algn="ctr">
              <a:lnSpc>
                <a:spcPct val="110000"/>
              </a:lnSpc>
              <a:spcBef>
                <a:spcPts val="0"/>
              </a:spcBef>
              <a:spcAft>
                <a:spcPts val="0"/>
              </a:spcAft>
              <a:buNone/>
              <a:defRPr sz="6000" b="1">
                <a:solidFill>
                  <a:schemeClr val="tx1"/>
                </a:solidFill>
                <a:latin typeface="+mj-lt"/>
                <a:ea typeface="+mj-lt"/>
                <a:cs typeface="+mj-lt"/>
              </a:defRPr>
            </a:lvl3pPr>
            <a:lvl4pPr marL="0" indent="0" algn="ctr">
              <a:lnSpc>
                <a:spcPct val="110000"/>
              </a:lnSpc>
              <a:spcBef>
                <a:spcPts val="0"/>
              </a:spcBef>
              <a:spcAft>
                <a:spcPts val="0"/>
              </a:spcAft>
              <a:buNone/>
              <a:defRPr sz="6000" b="1">
                <a:solidFill>
                  <a:schemeClr val="tx1"/>
                </a:solidFill>
                <a:latin typeface="+mj-lt"/>
                <a:ea typeface="+mj-lt"/>
                <a:cs typeface="+mj-lt"/>
              </a:defRPr>
            </a:lvl4pPr>
            <a:lvl5pPr marL="0" indent="0" algn="ctr">
              <a:lnSpc>
                <a:spcPct val="110000"/>
              </a:lnSpc>
              <a:spcBef>
                <a:spcPts val="0"/>
              </a:spcBef>
              <a:spcAft>
                <a:spcPts val="0"/>
              </a:spcAft>
              <a:buNone/>
              <a:defRPr sz="6000" b="1">
                <a:solidFill>
                  <a:schemeClr val="tx1"/>
                </a:solidFill>
                <a:latin typeface="+mj-lt"/>
                <a:ea typeface="+mj-lt"/>
                <a:cs typeface="+mj-lt"/>
              </a:defRPr>
            </a:lvl5pPr>
            <a:lvl6pPr marL="0" indent="0" algn="ctr">
              <a:lnSpc>
                <a:spcPct val="110000"/>
              </a:lnSpc>
              <a:spcBef>
                <a:spcPts val="0"/>
              </a:spcBef>
              <a:spcAft>
                <a:spcPts val="0"/>
              </a:spcAft>
              <a:buNone/>
              <a:defRPr sz="6000" b="1">
                <a:solidFill>
                  <a:schemeClr val="tx1"/>
                </a:solidFill>
                <a:latin typeface="+mj-lt"/>
                <a:ea typeface="+mj-lt"/>
                <a:cs typeface="+mj-lt"/>
              </a:defRPr>
            </a:lvl6pPr>
            <a:lvl7pPr marL="0" indent="0" algn="ctr">
              <a:lnSpc>
                <a:spcPct val="110000"/>
              </a:lnSpc>
              <a:spcBef>
                <a:spcPts val="0"/>
              </a:spcBef>
              <a:spcAft>
                <a:spcPts val="0"/>
              </a:spcAft>
              <a:buNone/>
              <a:defRPr sz="6000" b="1">
                <a:solidFill>
                  <a:schemeClr val="tx1"/>
                </a:solidFill>
                <a:latin typeface="+mj-lt"/>
                <a:ea typeface="+mj-lt"/>
                <a:cs typeface="+mj-lt"/>
              </a:defRPr>
            </a:lvl7pPr>
            <a:lvl8pPr marL="0" indent="0" algn="ctr">
              <a:lnSpc>
                <a:spcPct val="110000"/>
              </a:lnSpc>
              <a:spcBef>
                <a:spcPts val="0"/>
              </a:spcBef>
              <a:spcAft>
                <a:spcPts val="0"/>
              </a:spcAft>
              <a:buNone/>
              <a:defRPr sz="6000" b="1">
                <a:solidFill>
                  <a:schemeClr val="tx1"/>
                </a:solidFill>
                <a:latin typeface="+mj-lt"/>
                <a:ea typeface="+mj-lt"/>
                <a:cs typeface="+mj-lt"/>
              </a:defRPr>
            </a:lvl8pPr>
            <a:lvl9pPr marL="0" indent="0" algn="ctr">
              <a:lnSpc>
                <a:spcPct val="110000"/>
              </a:lnSpc>
              <a:spcBef>
                <a:spcPts val="0"/>
              </a:spcBef>
              <a:spcAft>
                <a:spcPts val="0"/>
              </a:spcAft>
              <a:buNone/>
              <a:defRPr sz="6000" b="1">
                <a:solidFill>
                  <a:schemeClr val="tx1"/>
                </a:solidFill>
                <a:latin typeface="+mj-lt"/>
                <a:ea typeface="+mj-lt"/>
                <a:cs typeface="+mj-lt"/>
              </a:defRPr>
            </a:lvl9pPr>
          </a:lstStyle>
          <a:p>
            <a:endParaRPr/>
          </a:p>
        </p:txBody>
      </p:sp>
      <p:sp>
        <p:nvSpPr>
          <p:cNvPr id="2" name="Subtitle">
            <a:extLst>
              <a:ext uri="{FF2B5EF4-FFF2-40B4-BE49-F238E27FC236}">
                <a16:creationId xmlns:a16="http://schemas.microsoft.com/office/drawing/2014/main" id="{AA00E660-867C-418F-82DF-1938A307EC25}"/>
              </a:ext>
            </a:extLst>
          </p:cNvPr>
          <p:cNvSpPr>
            <a:spLocks noGrp="1"/>
          </p:cNvSpPr>
          <p:nvPr>
            <p:ph type="subTitle" idx="1"/>
          </p:nvPr>
        </p:nvSpPr>
        <p:spPr>
          <a:xfrm>
            <a:off x="2286000" y="4714875"/>
            <a:ext cx="10668000" cy="952500"/>
          </a:xfrm>
          <a:prstGeom prst="rect">
            <a:avLst/>
          </a:prstGeom>
          <a:noFill/>
          <a:ln>
            <a:noFill/>
            <a:prstDash val="solid"/>
          </a:ln>
        </p:spPr>
        <p:txBody>
          <a:bodyPr wrap="square" lIns="0" tIns="0" rIns="0" bIns="0" anchor="ctr">
            <a:normAutofit/>
          </a:bodyPr>
          <a:lstStyle>
            <a:defPPr algn="ctr">
              <a:defRPr sz="2625" b="0">
                <a:solidFill>
                  <a:schemeClr val="tx1"/>
                </a:solidFill>
                <a:latin typeface="+mn-lt"/>
                <a:ea typeface="+mn-lt"/>
                <a:cs typeface="+mn-lt"/>
              </a:defRPr>
            </a:defPPr>
            <a:lvl1pPr marL="0" indent="0" algn="ctr">
              <a:lnSpc>
                <a:spcPct val="110000"/>
              </a:lnSpc>
              <a:spcBef>
                <a:spcPts val="0"/>
              </a:spcBef>
              <a:spcAft>
                <a:spcPts val="0"/>
              </a:spcAft>
              <a:buNone/>
              <a:defRPr sz="2625" b="0">
                <a:solidFill>
                  <a:schemeClr val="tx1"/>
                </a:solidFill>
                <a:latin typeface="+mn-lt"/>
                <a:ea typeface="+mn-lt"/>
                <a:cs typeface="+mn-lt"/>
              </a:defRPr>
            </a:lvl1pPr>
            <a:lvl2pPr marL="0" indent="0" algn="ctr">
              <a:lnSpc>
                <a:spcPct val="110000"/>
              </a:lnSpc>
              <a:spcBef>
                <a:spcPts val="0"/>
              </a:spcBef>
              <a:spcAft>
                <a:spcPts val="0"/>
              </a:spcAft>
              <a:buNone/>
              <a:defRPr sz="2625" b="0">
                <a:solidFill>
                  <a:schemeClr val="tx1"/>
                </a:solidFill>
                <a:latin typeface="+mn-lt"/>
                <a:ea typeface="+mn-lt"/>
                <a:cs typeface="+mn-lt"/>
              </a:defRPr>
            </a:lvl2pPr>
            <a:lvl3pPr marL="0" indent="0" algn="ctr">
              <a:lnSpc>
                <a:spcPct val="110000"/>
              </a:lnSpc>
              <a:spcBef>
                <a:spcPts val="0"/>
              </a:spcBef>
              <a:spcAft>
                <a:spcPts val="0"/>
              </a:spcAft>
              <a:buNone/>
              <a:defRPr sz="2625" b="0">
                <a:solidFill>
                  <a:schemeClr val="tx1"/>
                </a:solidFill>
                <a:latin typeface="+mn-lt"/>
                <a:ea typeface="+mn-lt"/>
                <a:cs typeface="+mn-lt"/>
              </a:defRPr>
            </a:lvl3pPr>
            <a:lvl4pPr marL="0" indent="0" algn="ctr">
              <a:lnSpc>
                <a:spcPct val="110000"/>
              </a:lnSpc>
              <a:spcBef>
                <a:spcPts val="0"/>
              </a:spcBef>
              <a:spcAft>
                <a:spcPts val="0"/>
              </a:spcAft>
              <a:buNone/>
              <a:defRPr sz="2625" b="0">
                <a:solidFill>
                  <a:schemeClr val="tx1"/>
                </a:solidFill>
                <a:latin typeface="+mn-lt"/>
                <a:ea typeface="+mn-lt"/>
                <a:cs typeface="+mn-lt"/>
              </a:defRPr>
            </a:lvl4pPr>
            <a:lvl5pPr marL="0" indent="0" algn="ctr">
              <a:lnSpc>
                <a:spcPct val="110000"/>
              </a:lnSpc>
              <a:spcBef>
                <a:spcPts val="0"/>
              </a:spcBef>
              <a:spcAft>
                <a:spcPts val="0"/>
              </a:spcAft>
              <a:buNone/>
              <a:defRPr sz="2625" b="0">
                <a:solidFill>
                  <a:schemeClr val="tx1"/>
                </a:solidFill>
                <a:latin typeface="+mn-lt"/>
                <a:ea typeface="+mn-lt"/>
                <a:cs typeface="+mn-lt"/>
              </a:defRPr>
            </a:lvl5pPr>
            <a:lvl6pPr marL="0" indent="0" algn="ctr">
              <a:lnSpc>
                <a:spcPct val="110000"/>
              </a:lnSpc>
              <a:spcBef>
                <a:spcPts val="0"/>
              </a:spcBef>
              <a:spcAft>
                <a:spcPts val="0"/>
              </a:spcAft>
              <a:buNone/>
              <a:defRPr sz="2625" b="0">
                <a:solidFill>
                  <a:schemeClr val="tx1"/>
                </a:solidFill>
                <a:latin typeface="+mn-lt"/>
                <a:ea typeface="+mn-lt"/>
                <a:cs typeface="+mn-lt"/>
              </a:defRPr>
            </a:lvl6pPr>
            <a:lvl7pPr marL="0" indent="0" algn="ctr">
              <a:lnSpc>
                <a:spcPct val="110000"/>
              </a:lnSpc>
              <a:spcBef>
                <a:spcPts val="0"/>
              </a:spcBef>
              <a:spcAft>
                <a:spcPts val="0"/>
              </a:spcAft>
              <a:buNone/>
              <a:defRPr sz="2625" b="0">
                <a:solidFill>
                  <a:schemeClr val="tx1"/>
                </a:solidFill>
                <a:latin typeface="+mn-lt"/>
                <a:ea typeface="+mn-lt"/>
                <a:cs typeface="+mn-lt"/>
              </a:defRPr>
            </a:lvl7pPr>
            <a:lvl8pPr marL="0" indent="0" algn="ctr">
              <a:lnSpc>
                <a:spcPct val="110000"/>
              </a:lnSpc>
              <a:spcBef>
                <a:spcPts val="0"/>
              </a:spcBef>
              <a:spcAft>
                <a:spcPts val="0"/>
              </a:spcAft>
              <a:buNone/>
              <a:defRPr sz="2625" b="0">
                <a:solidFill>
                  <a:schemeClr val="tx1"/>
                </a:solidFill>
                <a:latin typeface="+mn-lt"/>
                <a:ea typeface="+mn-lt"/>
                <a:cs typeface="+mn-lt"/>
              </a:defRPr>
            </a:lvl8pPr>
            <a:lvl9pPr marL="0" indent="0" algn="ctr">
              <a:lnSpc>
                <a:spcPct val="110000"/>
              </a:lnSpc>
              <a:spcBef>
                <a:spcPts val="0"/>
              </a:spcBef>
              <a:spcAft>
                <a:spcPts val="0"/>
              </a:spcAft>
              <a:buNone/>
              <a:defRPr sz="2625" b="0">
                <a:solidFill>
                  <a:schemeClr val="tx1"/>
                </a:solidFill>
                <a:latin typeface="+mn-lt"/>
                <a:ea typeface="+mn-lt"/>
                <a:cs typeface="+mn-lt"/>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Section Header">
    <p:spTree>
      <p:nvGrpSpPr>
        <p:cNvPr id="1" name=""/>
        <p:cNvGrpSpPr/>
        <p:nvPr/>
      </p:nvGrpSpPr>
      <p:grpSpPr>
        <a:xfrm>
          <a:off x="0" y="0"/>
          <a:ext cx="0" cy="0"/>
          <a:chOff x="0" y="0"/>
          <a:chExt cx="0" cy="0"/>
        </a:xfrm>
      </p:grpSpPr>
      <p:sp>
        <p:nvSpPr>
          <p:cNvPr id="2" name="Section title">
            <a:extLst>
              <a:ext uri="{FF2B5EF4-FFF2-40B4-BE49-F238E27FC236}">
                <a16:creationId xmlns:a16="http://schemas.microsoft.com/office/drawing/2014/main" id="{1711A636-51B8-46E5-BABD-A689F41FFE04}"/>
              </a:ext>
            </a:extLst>
          </p:cNvPr>
          <p:cNvSpPr>
            <a:spLocks noGrp="1"/>
          </p:cNvSpPr>
          <p:nvPr>
            <p:ph type="title"/>
          </p:nvPr>
        </p:nvSpPr>
        <p:spPr>
          <a:xfrm>
            <a:off x="1524000" y="3571875"/>
            <a:ext cx="12192000" cy="1428750"/>
          </a:xfrm>
          <a:prstGeom prst="rect">
            <a:avLst/>
          </a:prstGeom>
          <a:noFill/>
          <a:ln>
            <a:noFill/>
            <a:prstDash val="solid"/>
          </a:ln>
        </p:spPr>
        <p:txBody>
          <a:bodyPr wrap="square" lIns="0" tIns="0" rIns="0" bIns="0" anchor="ctr">
            <a:normAutofit/>
          </a:bodyPr>
          <a:lstStyle>
            <a:defPPr algn="ctr">
              <a:defRPr sz="5250" b="1">
                <a:solidFill>
                  <a:schemeClr val="tx1"/>
                </a:solidFill>
                <a:latin typeface="+mj-lt"/>
                <a:ea typeface="+mj-lt"/>
                <a:cs typeface="+mj-lt"/>
              </a:defRPr>
            </a:defPPr>
            <a:lvl1pPr marL="0" indent="0" algn="ctr">
              <a:lnSpc>
                <a:spcPct val="110000"/>
              </a:lnSpc>
              <a:spcBef>
                <a:spcPts val="0"/>
              </a:spcBef>
              <a:spcAft>
                <a:spcPts val="0"/>
              </a:spcAft>
              <a:buNone/>
              <a:defRPr sz="5250" b="1">
                <a:solidFill>
                  <a:schemeClr val="tx1"/>
                </a:solidFill>
                <a:latin typeface="+mj-lt"/>
                <a:ea typeface="+mj-lt"/>
                <a:cs typeface="+mj-lt"/>
              </a:defRPr>
            </a:lvl1pPr>
            <a:lvl2pPr marL="0" indent="0" algn="ctr">
              <a:lnSpc>
                <a:spcPct val="110000"/>
              </a:lnSpc>
              <a:spcBef>
                <a:spcPts val="0"/>
              </a:spcBef>
              <a:spcAft>
                <a:spcPts val="0"/>
              </a:spcAft>
              <a:buNone/>
              <a:defRPr sz="5250" b="1">
                <a:solidFill>
                  <a:schemeClr val="tx1"/>
                </a:solidFill>
                <a:latin typeface="+mj-lt"/>
                <a:ea typeface="+mj-lt"/>
                <a:cs typeface="+mj-lt"/>
              </a:defRPr>
            </a:lvl2pPr>
            <a:lvl3pPr marL="0" indent="0" algn="ctr">
              <a:lnSpc>
                <a:spcPct val="110000"/>
              </a:lnSpc>
              <a:spcBef>
                <a:spcPts val="0"/>
              </a:spcBef>
              <a:spcAft>
                <a:spcPts val="0"/>
              </a:spcAft>
              <a:buNone/>
              <a:defRPr sz="5250" b="1">
                <a:solidFill>
                  <a:schemeClr val="tx1"/>
                </a:solidFill>
                <a:latin typeface="+mj-lt"/>
                <a:ea typeface="+mj-lt"/>
                <a:cs typeface="+mj-lt"/>
              </a:defRPr>
            </a:lvl3pPr>
            <a:lvl4pPr marL="0" indent="0" algn="ctr">
              <a:lnSpc>
                <a:spcPct val="110000"/>
              </a:lnSpc>
              <a:spcBef>
                <a:spcPts val="0"/>
              </a:spcBef>
              <a:spcAft>
                <a:spcPts val="0"/>
              </a:spcAft>
              <a:buNone/>
              <a:defRPr sz="5250" b="1">
                <a:solidFill>
                  <a:schemeClr val="tx1"/>
                </a:solidFill>
                <a:latin typeface="+mj-lt"/>
                <a:ea typeface="+mj-lt"/>
                <a:cs typeface="+mj-lt"/>
              </a:defRPr>
            </a:lvl4pPr>
            <a:lvl5pPr marL="0" indent="0" algn="ctr">
              <a:lnSpc>
                <a:spcPct val="110000"/>
              </a:lnSpc>
              <a:spcBef>
                <a:spcPts val="0"/>
              </a:spcBef>
              <a:spcAft>
                <a:spcPts val="0"/>
              </a:spcAft>
              <a:buNone/>
              <a:defRPr sz="5250" b="1">
                <a:solidFill>
                  <a:schemeClr val="tx1"/>
                </a:solidFill>
                <a:latin typeface="+mj-lt"/>
                <a:ea typeface="+mj-lt"/>
                <a:cs typeface="+mj-lt"/>
              </a:defRPr>
            </a:lvl5pPr>
            <a:lvl6pPr marL="0" indent="0" algn="ctr">
              <a:lnSpc>
                <a:spcPct val="110000"/>
              </a:lnSpc>
              <a:spcBef>
                <a:spcPts val="0"/>
              </a:spcBef>
              <a:spcAft>
                <a:spcPts val="0"/>
              </a:spcAft>
              <a:buNone/>
              <a:defRPr sz="5250" b="1">
                <a:solidFill>
                  <a:schemeClr val="tx1"/>
                </a:solidFill>
                <a:latin typeface="+mj-lt"/>
                <a:ea typeface="+mj-lt"/>
                <a:cs typeface="+mj-lt"/>
              </a:defRPr>
            </a:lvl6pPr>
            <a:lvl7pPr marL="0" indent="0" algn="ctr">
              <a:lnSpc>
                <a:spcPct val="110000"/>
              </a:lnSpc>
              <a:spcBef>
                <a:spcPts val="0"/>
              </a:spcBef>
              <a:spcAft>
                <a:spcPts val="0"/>
              </a:spcAft>
              <a:buNone/>
              <a:defRPr sz="5250" b="1">
                <a:solidFill>
                  <a:schemeClr val="tx1"/>
                </a:solidFill>
                <a:latin typeface="+mj-lt"/>
                <a:ea typeface="+mj-lt"/>
                <a:cs typeface="+mj-lt"/>
              </a:defRPr>
            </a:lvl7pPr>
            <a:lvl8pPr marL="0" indent="0" algn="ctr">
              <a:lnSpc>
                <a:spcPct val="110000"/>
              </a:lnSpc>
              <a:spcBef>
                <a:spcPts val="0"/>
              </a:spcBef>
              <a:spcAft>
                <a:spcPts val="0"/>
              </a:spcAft>
              <a:buNone/>
              <a:defRPr sz="5250" b="1">
                <a:solidFill>
                  <a:schemeClr val="tx1"/>
                </a:solidFill>
                <a:latin typeface="+mj-lt"/>
                <a:ea typeface="+mj-lt"/>
                <a:cs typeface="+mj-lt"/>
              </a:defRPr>
            </a:lvl8pPr>
            <a:lvl9pPr marL="0" indent="0" algn="ctr">
              <a:lnSpc>
                <a:spcPct val="110000"/>
              </a:lnSpc>
              <a:spcBef>
                <a:spcPts val="0"/>
              </a:spcBef>
              <a:spcAft>
                <a:spcPts val="0"/>
              </a:spcAft>
              <a:buNone/>
              <a:defRPr sz="5250" b="1">
                <a:solidFill>
                  <a:schemeClr val="tx1"/>
                </a:solidFill>
                <a:latin typeface="+mj-lt"/>
                <a:ea typeface="+mj-lt"/>
                <a:cs typeface="+mj-lt"/>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Title and Body">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4DC310E6-DD19-45FC-9A80-57090AE47A98}"/>
              </a:ext>
            </a:extLst>
          </p:cNvPr>
          <p:cNvSpPr>
            <a:spLocks noGrp="1"/>
          </p:cNvSpPr>
          <p:nvPr>
            <p:ph type="title"/>
          </p:nvPr>
        </p:nvSpPr>
        <p:spPr>
          <a:xfrm>
            <a:off x="857250" y="666750"/>
            <a:ext cx="13525500" cy="1047750"/>
          </a:xfrm>
          <a:prstGeom prst="rect">
            <a:avLst/>
          </a:prstGeom>
          <a:noFill/>
          <a:ln>
            <a:noFill/>
            <a:prstDash val="solid"/>
          </a:ln>
        </p:spPr>
        <p:txBody>
          <a:bodyPr wrap="square" lIns="0" tIns="0" rIns="0" bIns="0" anchor="t">
            <a:normAutofit/>
          </a:bodyPr>
          <a:lstStyle>
            <a:defPPr algn="l">
              <a:defRPr sz="4125" b="1">
                <a:solidFill>
                  <a:schemeClr val="tx1"/>
                </a:solidFill>
                <a:latin typeface="+mj-lt"/>
                <a:ea typeface="+mj-lt"/>
                <a:cs typeface="+mj-lt"/>
              </a:defRPr>
            </a:defPPr>
            <a:lvl1pPr marL="0" indent="0" algn="l">
              <a:lnSpc>
                <a:spcPct val="110000"/>
              </a:lnSpc>
              <a:spcBef>
                <a:spcPts val="0"/>
              </a:spcBef>
              <a:spcAft>
                <a:spcPts val="0"/>
              </a:spcAft>
              <a:buNone/>
              <a:defRPr sz="4125" b="1">
                <a:solidFill>
                  <a:schemeClr val="tx1"/>
                </a:solidFill>
                <a:latin typeface="+mj-lt"/>
                <a:ea typeface="+mj-lt"/>
                <a:cs typeface="+mj-lt"/>
              </a:defRPr>
            </a:lvl1pPr>
            <a:lvl2pPr marL="0" indent="0" algn="l">
              <a:lnSpc>
                <a:spcPct val="110000"/>
              </a:lnSpc>
              <a:spcBef>
                <a:spcPts val="0"/>
              </a:spcBef>
              <a:spcAft>
                <a:spcPts val="0"/>
              </a:spcAft>
              <a:buNone/>
              <a:defRPr sz="4125" b="1">
                <a:solidFill>
                  <a:schemeClr val="tx1"/>
                </a:solidFill>
                <a:latin typeface="+mj-lt"/>
                <a:ea typeface="+mj-lt"/>
                <a:cs typeface="+mj-lt"/>
              </a:defRPr>
            </a:lvl2pPr>
            <a:lvl3pPr marL="0" indent="0" algn="l">
              <a:lnSpc>
                <a:spcPct val="110000"/>
              </a:lnSpc>
              <a:spcBef>
                <a:spcPts val="0"/>
              </a:spcBef>
              <a:spcAft>
                <a:spcPts val="0"/>
              </a:spcAft>
              <a:buNone/>
              <a:defRPr sz="4125" b="1">
                <a:solidFill>
                  <a:schemeClr val="tx1"/>
                </a:solidFill>
                <a:latin typeface="+mj-lt"/>
                <a:ea typeface="+mj-lt"/>
                <a:cs typeface="+mj-lt"/>
              </a:defRPr>
            </a:lvl3pPr>
            <a:lvl4pPr marL="0" indent="0" algn="l">
              <a:lnSpc>
                <a:spcPct val="110000"/>
              </a:lnSpc>
              <a:spcBef>
                <a:spcPts val="0"/>
              </a:spcBef>
              <a:spcAft>
                <a:spcPts val="0"/>
              </a:spcAft>
              <a:buNone/>
              <a:defRPr sz="4125" b="1">
                <a:solidFill>
                  <a:schemeClr val="tx1"/>
                </a:solidFill>
                <a:latin typeface="+mj-lt"/>
                <a:ea typeface="+mj-lt"/>
                <a:cs typeface="+mj-lt"/>
              </a:defRPr>
            </a:lvl4pPr>
            <a:lvl5pPr marL="0" indent="0" algn="l">
              <a:lnSpc>
                <a:spcPct val="110000"/>
              </a:lnSpc>
              <a:spcBef>
                <a:spcPts val="0"/>
              </a:spcBef>
              <a:spcAft>
                <a:spcPts val="0"/>
              </a:spcAft>
              <a:buNone/>
              <a:defRPr sz="4125" b="1">
                <a:solidFill>
                  <a:schemeClr val="tx1"/>
                </a:solidFill>
                <a:latin typeface="+mj-lt"/>
                <a:ea typeface="+mj-lt"/>
                <a:cs typeface="+mj-lt"/>
              </a:defRPr>
            </a:lvl5pPr>
            <a:lvl6pPr marL="0" indent="0" algn="l">
              <a:lnSpc>
                <a:spcPct val="110000"/>
              </a:lnSpc>
              <a:spcBef>
                <a:spcPts val="0"/>
              </a:spcBef>
              <a:spcAft>
                <a:spcPts val="0"/>
              </a:spcAft>
              <a:buNone/>
              <a:defRPr sz="4125" b="1">
                <a:solidFill>
                  <a:schemeClr val="tx1"/>
                </a:solidFill>
                <a:latin typeface="+mj-lt"/>
                <a:ea typeface="+mj-lt"/>
                <a:cs typeface="+mj-lt"/>
              </a:defRPr>
            </a:lvl6pPr>
            <a:lvl7pPr marL="0" indent="0" algn="l">
              <a:lnSpc>
                <a:spcPct val="110000"/>
              </a:lnSpc>
              <a:spcBef>
                <a:spcPts val="0"/>
              </a:spcBef>
              <a:spcAft>
                <a:spcPts val="0"/>
              </a:spcAft>
              <a:buNone/>
              <a:defRPr sz="4125" b="1">
                <a:solidFill>
                  <a:schemeClr val="tx1"/>
                </a:solidFill>
                <a:latin typeface="+mj-lt"/>
                <a:ea typeface="+mj-lt"/>
                <a:cs typeface="+mj-lt"/>
              </a:defRPr>
            </a:lvl7pPr>
            <a:lvl8pPr marL="0" indent="0" algn="l">
              <a:lnSpc>
                <a:spcPct val="110000"/>
              </a:lnSpc>
              <a:spcBef>
                <a:spcPts val="0"/>
              </a:spcBef>
              <a:spcAft>
                <a:spcPts val="0"/>
              </a:spcAft>
              <a:buNone/>
              <a:defRPr sz="4125" b="1">
                <a:solidFill>
                  <a:schemeClr val="tx1"/>
                </a:solidFill>
                <a:latin typeface="+mj-lt"/>
                <a:ea typeface="+mj-lt"/>
                <a:cs typeface="+mj-lt"/>
              </a:defRPr>
            </a:lvl8pPr>
            <a:lvl9pPr marL="0" indent="0" algn="l">
              <a:lnSpc>
                <a:spcPct val="110000"/>
              </a:lnSpc>
              <a:spcBef>
                <a:spcPts val="0"/>
              </a:spcBef>
              <a:spcAft>
                <a:spcPts val="0"/>
              </a:spcAft>
              <a:buNone/>
              <a:defRPr sz="4125" b="1">
                <a:solidFill>
                  <a:schemeClr val="tx1"/>
                </a:solidFill>
                <a:latin typeface="+mj-lt"/>
                <a:ea typeface="+mj-lt"/>
                <a:cs typeface="+mj-lt"/>
              </a:defRPr>
            </a:lvl9pPr>
          </a:lstStyle>
          <a:p>
            <a:endParaRPr/>
          </a:p>
        </p:txBody>
      </p:sp>
      <p:sp>
        <p:nvSpPr>
          <p:cNvPr id="2" name="Body">
            <a:extLst>
              <a:ext uri="{FF2B5EF4-FFF2-40B4-BE49-F238E27FC236}">
                <a16:creationId xmlns:a16="http://schemas.microsoft.com/office/drawing/2014/main" id="{14E66FCA-2FDD-440F-8F98-1DB76AC3D86D}"/>
              </a:ext>
            </a:extLst>
          </p:cNvPr>
          <p:cNvSpPr>
            <a:spLocks noGrp="1"/>
          </p:cNvSpPr>
          <p:nvPr>
            <p:ph type="body" idx="1"/>
          </p:nvPr>
        </p:nvSpPr>
        <p:spPr>
          <a:xfrm>
            <a:off x="857250" y="2381250"/>
            <a:ext cx="13525500" cy="5334000"/>
          </a:xfrm>
          <a:prstGeom prst="rect">
            <a:avLst/>
          </a:prstGeom>
          <a:noFill/>
          <a:ln>
            <a:noFill/>
            <a:prstDash val="solid"/>
          </a:ln>
        </p:spPr>
        <p:txBody>
          <a:bodyPr wrap="square" lIns="0" tIns="0" rIns="0" bIns="0" anchor="t">
            <a:normAutofit/>
          </a:bodyPr>
          <a:lstStyle>
            <a:defPPr algn="l">
              <a:defRPr sz="2813" b="0">
                <a:solidFill>
                  <a:schemeClr val="tx1"/>
                </a:solidFill>
                <a:latin typeface="+mn-lt"/>
                <a:ea typeface="+mn-lt"/>
                <a:cs typeface="+mn-lt"/>
              </a:defRPr>
            </a:defPPr>
            <a:lvl1pPr marL="285750" indent="-285750" algn="l">
              <a:lnSpc>
                <a:spcPct val="110000"/>
              </a:lnSpc>
              <a:spcBef>
                <a:spcPts val="0"/>
              </a:spcBef>
              <a:spcAft>
                <a:spcPts val="1500"/>
              </a:spcAft>
              <a:buChar char="•"/>
              <a:defRPr sz="2813" b="0">
                <a:solidFill>
                  <a:schemeClr val="tx1"/>
                </a:solidFill>
                <a:latin typeface="+mn-lt"/>
                <a:ea typeface="+mn-lt"/>
                <a:cs typeface="+mn-lt"/>
              </a:defRPr>
            </a:lvl1pPr>
            <a:lvl2pPr marL="666750" indent="-285750" algn="l">
              <a:lnSpc>
                <a:spcPct val="110000"/>
              </a:lnSpc>
              <a:spcBef>
                <a:spcPts val="0"/>
              </a:spcBef>
              <a:spcAft>
                <a:spcPts val="1500"/>
              </a:spcAft>
              <a:buChar char="•"/>
              <a:defRPr sz="2813" b="0">
                <a:solidFill>
                  <a:schemeClr val="tx1"/>
                </a:solidFill>
                <a:latin typeface="+mn-lt"/>
                <a:ea typeface="+mn-lt"/>
                <a:cs typeface="+mn-lt"/>
              </a:defRPr>
            </a:lvl2pPr>
            <a:lvl3pPr marL="1047750" indent="-285750" algn="l">
              <a:lnSpc>
                <a:spcPct val="110000"/>
              </a:lnSpc>
              <a:spcBef>
                <a:spcPts val="0"/>
              </a:spcBef>
              <a:spcAft>
                <a:spcPts val="1500"/>
              </a:spcAft>
              <a:buChar char="•"/>
              <a:defRPr sz="2813" b="0">
                <a:solidFill>
                  <a:schemeClr val="tx1"/>
                </a:solidFill>
                <a:latin typeface="+mn-lt"/>
                <a:ea typeface="+mn-lt"/>
                <a:cs typeface="+mn-lt"/>
              </a:defRPr>
            </a:lvl3pPr>
            <a:lvl4pPr marL="1428750" indent="-285750" algn="l">
              <a:lnSpc>
                <a:spcPct val="110000"/>
              </a:lnSpc>
              <a:spcBef>
                <a:spcPts val="0"/>
              </a:spcBef>
              <a:spcAft>
                <a:spcPts val="1500"/>
              </a:spcAft>
              <a:buChar char="•"/>
              <a:defRPr sz="2813" b="0">
                <a:solidFill>
                  <a:schemeClr val="tx1"/>
                </a:solidFill>
                <a:latin typeface="+mn-lt"/>
                <a:ea typeface="+mn-lt"/>
                <a:cs typeface="+mn-lt"/>
              </a:defRPr>
            </a:lvl4pPr>
            <a:lvl5pPr marL="1809750" indent="-285750" algn="l">
              <a:lnSpc>
                <a:spcPct val="110000"/>
              </a:lnSpc>
              <a:spcBef>
                <a:spcPts val="0"/>
              </a:spcBef>
              <a:spcAft>
                <a:spcPts val="1500"/>
              </a:spcAft>
              <a:buChar char="•"/>
              <a:defRPr sz="2813" b="0">
                <a:solidFill>
                  <a:schemeClr val="tx1"/>
                </a:solidFill>
                <a:latin typeface="+mn-lt"/>
                <a:ea typeface="+mn-lt"/>
                <a:cs typeface="+mn-lt"/>
              </a:defRPr>
            </a:lvl5pPr>
            <a:lvl6pPr marL="2190750" indent="-285750" algn="l">
              <a:lnSpc>
                <a:spcPct val="110000"/>
              </a:lnSpc>
              <a:spcBef>
                <a:spcPts val="0"/>
              </a:spcBef>
              <a:spcAft>
                <a:spcPts val="1500"/>
              </a:spcAft>
              <a:buChar char="•"/>
              <a:defRPr sz="2813" b="0">
                <a:solidFill>
                  <a:schemeClr val="tx1"/>
                </a:solidFill>
                <a:latin typeface="+mn-lt"/>
                <a:ea typeface="+mn-lt"/>
                <a:cs typeface="+mn-lt"/>
              </a:defRPr>
            </a:lvl6pPr>
            <a:lvl7pPr marL="2571750" indent="-285750" algn="l">
              <a:lnSpc>
                <a:spcPct val="110000"/>
              </a:lnSpc>
              <a:spcBef>
                <a:spcPts val="0"/>
              </a:spcBef>
              <a:spcAft>
                <a:spcPts val="1500"/>
              </a:spcAft>
              <a:buChar char="•"/>
              <a:defRPr sz="2813" b="0">
                <a:solidFill>
                  <a:schemeClr val="tx1"/>
                </a:solidFill>
                <a:latin typeface="+mn-lt"/>
                <a:ea typeface="+mn-lt"/>
                <a:cs typeface="+mn-lt"/>
              </a:defRPr>
            </a:lvl7pPr>
            <a:lvl8pPr marL="2952750" indent="-285750" algn="l">
              <a:lnSpc>
                <a:spcPct val="110000"/>
              </a:lnSpc>
              <a:spcBef>
                <a:spcPts val="0"/>
              </a:spcBef>
              <a:spcAft>
                <a:spcPts val="1500"/>
              </a:spcAft>
              <a:buChar char="•"/>
              <a:defRPr sz="2813" b="0">
                <a:solidFill>
                  <a:schemeClr val="tx1"/>
                </a:solidFill>
                <a:latin typeface="+mn-lt"/>
                <a:ea typeface="+mn-lt"/>
                <a:cs typeface="+mn-lt"/>
              </a:defRPr>
            </a:lvl8pPr>
            <a:lvl9pPr marL="3333750" indent="-285750" algn="l">
              <a:lnSpc>
                <a:spcPct val="110000"/>
              </a:lnSpc>
              <a:spcBef>
                <a:spcPts val="0"/>
              </a:spcBef>
              <a:spcAft>
                <a:spcPts val="1500"/>
              </a:spcAft>
              <a:buChar char="•"/>
              <a:defRPr sz="2813" b="0">
                <a:solidFill>
                  <a:schemeClr val="tx1"/>
                </a:solidFill>
                <a:latin typeface="+mn-lt"/>
                <a:ea typeface="+mn-lt"/>
                <a:cs typeface="+mn-lt"/>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Title and Two Column">
    <p:spTree>
      <p:nvGrpSpPr>
        <p:cNvPr id="1" name=""/>
        <p:cNvGrpSpPr/>
        <p:nvPr/>
      </p:nvGrpSpPr>
      <p:grpSpPr>
        <a:xfrm>
          <a:off x="0" y="0"/>
          <a:ext cx="0" cy="0"/>
          <a:chOff x="0" y="0"/>
          <a:chExt cx="0" cy="0"/>
        </a:xfrm>
      </p:grpSpPr>
      <p:sp>
        <p:nvSpPr>
          <p:cNvPr id="4" name="Title">
            <a:extLst>
              <a:ext uri="{FF2B5EF4-FFF2-40B4-BE49-F238E27FC236}">
                <a16:creationId xmlns:a16="http://schemas.microsoft.com/office/drawing/2014/main" id="{568BC838-E220-40EF-81D4-E81B23C72B83}"/>
              </a:ext>
            </a:extLst>
          </p:cNvPr>
          <p:cNvSpPr>
            <a:spLocks noGrp="1"/>
          </p:cNvSpPr>
          <p:nvPr>
            <p:ph type="title"/>
          </p:nvPr>
        </p:nvSpPr>
        <p:spPr>
          <a:xfrm>
            <a:off x="857250" y="666750"/>
            <a:ext cx="13525500" cy="1047750"/>
          </a:xfrm>
          <a:prstGeom prst="rect">
            <a:avLst/>
          </a:prstGeom>
          <a:noFill/>
          <a:ln>
            <a:noFill/>
            <a:prstDash val="solid"/>
          </a:ln>
        </p:spPr>
        <p:txBody>
          <a:bodyPr wrap="square" lIns="0" tIns="0" rIns="0" bIns="0" anchor="t">
            <a:normAutofit/>
          </a:bodyPr>
          <a:lstStyle>
            <a:defPPr algn="l">
              <a:defRPr sz="4125" b="1">
                <a:solidFill>
                  <a:schemeClr val="tx1"/>
                </a:solidFill>
                <a:latin typeface="+mj-lt"/>
                <a:ea typeface="+mj-lt"/>
                <a:cs typeface="+mj-lt"/>
              </a:defRPr>
            </a:defPPr>
            <a:lvl1pPr marL="0" indent="0" algn="l">
              <a:lnSpc>
                <a:spcPct val="110000"/>
              </a:lnSpc>
              <a:spcBef>
                <a:spcPts val="0"/>
              </a:spcBef>
              <a:spcAft>
                <a:spcPts val="0"/>
              </a:spcAft>
              <a:buNone/>
              <a:defRPr sz="4125" b="1">
                <a:solidFill>
                  <a:schemeClr val="tx1"/>
                </a:solidFill>
                <a:latin typeface="+mj-lt"/>
                <a:ea typeface="+mj-lt"/>
                <a:cs typeface="+mj-lt"/>
              </a:defRPr>
            </a:lvl1pPr>
            <a:lvl2pPr marL="0" indent="0" algn="l">
              <a:lnSpc>
                <a:spcPct val="110000"/>
              </a:lnSpc>
              <a:spcBef>
                <a:spcPts val="0"/>
              </a:spcBef>
              <a:spcAft>
                <a:spcPts val="0"/>
              </a:spcAft>
              <a:buNone/>
              <a:defRPr sz="4125" b="1">
                <a:solidFill>
                  <a:schemeClr val="tx1"/>
                </a:solidFill>
                <a:latin typeface="+mj-lt"/>
                <a:ea typeface="+mj-lt"/>
                <a:cs typeface="+mj-lt"/>
              </a:defRPr>
            </a:lvl2pPr>
            <a:lvl3pPr marL="0" indent="0" algn="l">
              <a:lnSpc>
                <a:spcPct val="110000"/>
              </a:lnSpc>
              <a:spcBef>
                <a:spcPts val="0"/>
              </a:spcBef>
              <a:spcAft>
                <a:spcPts val="0"/>
              </a:spcAft>
              <a:buNone/>
              <a:defRPr sz="4125" b="1">
                <a:solidFill>
                  <a:schemeClr val="tx1"/>
                </a:solidFill>
                <a:latin typeface="+mj-lt"/>
                <a:ea typeface="+mj-lt"/>
                <a:cs typeface="+mj-lt"/>
              </a:defRPr>
            </a:lvl3pPr>
            <a:lvl4pPr marL="0" indent="0" algn="l">
              <a:lnSpc>
                <a:spcPct val="110000"/>
              </a:lnSpc>
              <a:spcBef>
                <a:spcPts val="0"/>
              </a:spcBef>
              <a:spcAft>
                <a:spcPts val="0"/>
              </a:spcAft>
              <a:buNone/>
              <a:defRPr sz="4125" b="1">
                <a:solidFill>
                  <a:schemeClr val="tx1"/>
                </a:solidFill>
                <a:latin typeface="+mj-lt"/>
                <a:ea typeface="+mj-lt"/>
                <a:cs typeface="+mj-lt"/>
              </a:defRPr>
            </a:lvl4pPr>
            <a:lvl5pPr marL="0" indent="0" algn="l">
              <a:lnSpc>
                <a:spcPct val="110000"/>
              </a:lnSpc>
              <a:spcBef>
                <a:spcPts val="0"/>
              </a:spcBef>
              <a:spcAft>
                <a:spcPts val="0"/>
              </a:spcAft>
              <a:buNone/>
              <a:defRPr sz="4125" b="1">
                <a:solidFill>
                  <a:schemeClr val="tx1"/>
                </a:solidFill>
                <a:latin typeface="+mj-lt"/>
                <a:ea typeface="+mj-lt"/>
                <a:cs typeface="+mj-lt"/>
              </a:defRPr>
            </a:lvl5pPr>
            <a:lvl6pPr marL="0" indent="0" algn="l">
              <a:lnSpc>
                <a:spcPct val="110000"/>
              </a:lnSpc>
              <a:spcBef>
                <a:spcPts val="0"/>
              </a:spcBef>
              <a:spcAft>
                <a:spcPts val="0"/>
              </a:spcAft>
              <a:buNone/>
              <a:defRPr sz="4125" b="1">
                <a:solidFill>
                  <a:schemeClr val="tx1"/>
                </a:solidFill>
                <a:latin typeface="+mj-lt"/>
                <a:ea typeface="+mj-lt"/>
                <a:cs typeface="+mj-lt"/>
              </a:defRPr>
            </a:lvl6pPr>
            <a:lvl7pPr marL="0" indent="0" algn="l">
              <a:lnSpc>
                <a:spcPct val="110000"/>
              </a:lnSpc>
              <a:spcBef>
                <a:spcPts val="0"/>
              </a:spcBef>
              <a:spcAft>
                <a:spcPts val="0"/>
              </a:spcAft>
              <a:buNone/>
              <a:defRPr sz="4125" b="1">
                <a:solidFill>
                  <a:schemeClr val="tx1"/>
                </a:solidFill>
                <a:latin typeface="+mj-lt"/>
                <a:ea typeface="+mj-lt"/>
                <a:cs typeface="+mj-lt"/>
              </a:defRPr>
            </a:lvl7pPr>
            <a:lvl8pPr marL="0" indent="0" algn="l">
              <a:lnSpc>
                <a:spcPct val="110000"/>
              </a:lnSpc>
              <a:spcBef>
                <a:spcPts val="0"/>
              </a:spcBef>
              <a:spcAft>
                <a:spcPts val="0"/>
              </a:spcAft>
              <a:buNone/>
              <a:defRPr sz="4125" b="1">
                <a:solidFill>
                  <a:schemeClr val="tx1"/>
                </a:solidFill>
                <a:latin typeface="+mj-lt"/>
                <a:ea typeface="+mj-lt"/>
                <a:cs typeface="+mj-lt"/>
              </a:defRPr>
            </a:lvl8pPr>
            <a:lvl9pPr marL="0" indent="0" algn="l">
              <a:lnSpc>
                <a:spcPct val="110000"/>
              </a:lnSpc>
              <a:spcBef>
                <a:spcPts val="0"/>
              </a:spcBef>
              <a:spcAft>
                <a:spcPts val="0"/>
              </a:spcAft>
              <a:buNone/>
              <a:defRPr sz="4125" b="1">
                <a:solidFill>
                  <a:schemeClr val="tx1"/>
                </a:solidFill>
                <a:latin typeface="+mj-lt"/>
                <a:ea typeface="+mj-lt"/>
                <a:cs typeface="+mj-lt"/>
              </a:defRPr>
            </a:lvl9pPr>
          </a:lstStyle>
          <a:p>
            <a:endParaRPr/>
          </a:p>
        </p:txBody>
      </p:sp>
      <p:sp>
        <p:nvSpPr>
          <p:cNvPr id="2" name="Left column">
            <a:extLst>
              <a:ext uri="{FF2B5EF4-FFF2-40B4-BE49-F238E27FC236}">
                <a16:creationId xmlns:a16="http://schemas.microsoft.com/office/drawing/2014/main" id="{D4A5B68B-C042-4C0C-A29B-B253D6DEE9C6}"/>
              </a:ext>
            </a:extLst>
          </p:cNvPr>
          <p:cNvSpPr>
            <a:spLocks noGrp="1"/>
          </p:cNvSpPr>
          <p:nvPr>
            <p:ph type="body" idx="1"/>
          </p:nvPr>
        </p:nvSpPr>
        <p:spPr>
          <a:xfrm>
            <a:off x="857250" y="2381250"/>
            <a:ext cx="6286500" cy="5334000"/>
          </a:xfrm>
          <a:prstGeom prst="rect">
            <a:avLst/>
          </a:prstGeom>
          <a:noFill/>
          <a:ln>
            <a:noFill/>
            <a:prstDash val="solid"/>
          </a:ln>
        </p:spPr>
        <p:txBody>
          <a:bodyPr wrap="square" lIns="0" tIns="0" rIns="0" bIns="0" anchor="t">
            <a:normAutofit/>
          </a:bodyPr>
          <a:lstStyle>
            <a:defPPr algn="l">
              <a:defRPr sz="2625" b="0">
                <a:solidFill>
                  <a:schemeClr val="tx1"/>
                </a:solidFill>
                <a:latin typeface="+mn-lt"/>
                <a:ea typeface="+mn-lt"/>
                <a:cs typeface="+mn-lt"/>
              </a:defRPr>
            </a:defPPr>
            <a:lvl1pPr marL="285750" indent="-285750" algn="l">
              <a:lnSpc>
                <a:spcPct val="110000"/>
              </a:lnSpc>
              <a:spcBef>
                <a:spcPts val="0"/>
              </a:spcBef>
              <a:spcAft>
                <a:spcPts val="1500"/>
              </a:spcAft>
              <a:buChar char="•"/>
              <a:defRPr sz="2625" b="0">
                <a:solidFill>
                  <a:schemeClr val="tx1"/>
                </a:solidFill>
                <a:latin typeface="+mn-lt"/>
                <a:ea typeface="+mn-lt"/>
                <a:cs typeface="+mn-lt"/>
              </a:defRPr>
            </a:lvl1pPr>
            <a:lvl2pPr marL="666750" indent="-285750" algn="l">
              <a:lnSpc>
                <a:spcPct val="110000"/>
              </a:lnSpc>
              <a:spcBef>
                <a:spcPts val="0"/>
              </a:spcBef>
              <a:spcAft>
                <a:spcPts val="1500"/>
              </a:spcAft>
              <a:buChar char="•"/>
              <a:defRPr sz="2625" b="0">
                <a:solidFill>
                  <a:schemeClr val="tx1"/>
                </a:solidFill>
                <a:latin typeface="+mn-lt"/>
                <a:ea typeface="+mn-lt"/>
                <a:cs typeface="+mn-lt"/>
              </a:defRPr>
            </a:lvl2pPr>
            <a:lvl3pPr marL="1047750" indent="-285750" algn="l">
              <a:lnSpc>
                <a:spcPct val="110000"/>
              </a:lnSpc>
              <a:spcBef>
                <a:spcPts val="0"/>
              </a:spcBef>
              <a:spcAft>
                <a:spcPts val="1500"/>
              </a:spcAft>
              <a:buChar char="•"/>
              <a:defRPr sz="2625" b="0">
                <a:solidFill>
                  <a:schemeClr val="tx1"/>
                </a:solidFill>
                <a:latin typeface="+mn-lt"/>
                <a:ea typeface="+mn-lt"/>
                <a:cs typeface="+mn-lt"/>
              </a:defRPr>
            </a:lvl3pPr>
            <a:lvl4pPr marL="1428750" indent="-285750" algn="l">
              <a:lnSpc>
                <a:spcPct val="110000"/>
              </a:lnSpc>
              <a:spcBef>
                <a:spcPts val="0"/>
              </a:spcBef>
              <a:spcAft>
                <a:spcPts val="1500"/>
              </a:spcAft>
              <a:buChar char="•"/>
              <a:defRPr sz="2625" b="0">
                <a:solidFill>
                  <a:schemeClr val="tx1"/>
                </a:solidFill>
                <a:latin typeface="+mn-lt"/>
                <a:ea typeface="+mn-lt"/>
                <a:cs typeface="+mn-lt"/>
              </a:defRPr>
            </a:lvl4pPr>
            <a:lvl5pPr marL="1809750" indent="-285750" algn="l">
              <a:lnSpc>
                <a:spcPct val="110000"/>
              </a:lnSpc>
              <a:spcBef>
                <a:spcPts val="0"/>
              </a:spcBef>
              <a:spcAft>
                <a:spcPts val="1500"/>
              </a:spcAft>
              <a:buChar char="•"/>
              <a:defRPr sz="2625" b="0">
                <a:solidFill>
                  <a:schemeClr val="tx1"/>
                </a:solidFill>
                <a:latin typeface="+mn-lt"/>
                <a:ea typeface="+mn-lt"/>
                <a:cs typeface="+mn-lt"/>
              </a:defRPr>
            </a:lvl5pPr>
            <a:lvl6pPr marL="2190750" indent="-285750" algn="l">
              <a:lnSpc>
                <a:spcPct val="110000"/>
              </a:lnSpc>
              <a:spcBef>
                <a:spcPts val="0"/>
              </a:spcBef>
              <a:spcAft>
                <a:spcPts val="1500"/>
              </a:spcAft>
              <a:buChar char="•"/>
              <a:defRPr sz="2625" b="0">
                <a:solidFill>
                  <a:schemeClr val="tx1"/>
                </a:solidFill>
                <a:latin typeface="+mn-lt"/>
                <a:ea typeface="+mn-lt"/>
                <a:cs typeface="+mn-lt"/>
              </a:defRPr>
            </a:lvl6pPr>
            <a:lvl7pPr marL="2571750" indent="-285750" algn="l">
              <a:lnSpc>
                <a:spcPct val="110000"/>
              </a:lnSpc>
              <a:spcBef>
                <a:spcPts val="0"/>
              </a:spcBef>
              <a:spcAft>
                <a:spcPts val="1500"/>
              </a:spcAft>
              <a:buChar char="•"/>
              <a:defRPr sz="2625" b="0">
                <a:solidFill>
                  <a:schemeClr val="tx1"/>
                </a:solidFill>
                <a:latin typeface="+mn-lt"/>
                <a:ea typeface="+mn-lt"/>
                <a:cs typeface="+mn-lt"/>
              </a:defRPr>
            </a:lvl7pPr>
            <a:lvl8pPr marL="2952750" indent="-285750" algn="l">
              <a:lnSpc>
                <a:spcPct val="110000"/>
              </a:lnSpc>
              <a:spcBef>
                <a:spcPts val="0"/>
              </a:spcBef>
              <a:spcAft>
                <a:spcPts val="1500"/>
              </a:spcAft>
              <a:buChar char="•"/>
              <a:defRPr sz="2625" b="0">
                <a:solidFill>
                  <a:schemeClr val="tx1"/>
                </a:solidFill>
                <a:latin typeface="+mn-lt"/>
                <a:ea typeface="+mn-lt"/>
                <a:cs typeface="+mn-lt"/>
              </a:defRPr>
            </a:lvl8pPr>
            <a:lvl9pPr marL="3333750" indent="-285750" algn="l">
              <a:lnSpc>
                <a:spcPct val="110000"/>
              </a:lnSpc>
              <a:spcBef>
                <a:spcPts val="0"/>
              </a:spcBef>
              <a:spcAft>
                <a:spcPts val="1500"/>
              </a:spcAft>
              <a:buChar char="•"/>
              <a:defRPr sz="2625" b="0">
                <a:solidFill>
                  <a:schemeClr val="tx1"/>
                </a:solidFill>
                <a:latin typeface="+mn-lt"/>
                <a:ea typeface="+mn-lt"/>
                <a:cs typeface="+mn-lt"/>
              </a:defRPr>
            </a:lvl9pPr>
          </a:lstStyle>
          <a:p>
            <a:endParaRPr/>
          </a:p>
        </p:txBody>
      </p:sp>
      <p:sp>
        <p:nvSpPr>
          <p:cNvPr id="3" name="Right column">
            <a:extLst>
              <a:ext uri="{FF2B5EF4-FFF2-40B4-BE49-F238E27FC236}">
                <a16:creationId xmlns:a16="http://schemas.microsoft.com/office/drawing/2014/main" id="{912BC02C-0582-4727-9B9F-C36CB4C02E67}"/>
              </a:ext>
            </a:extLst>
          </p:cNvPr>
          <p:cNvSpPr>
            <a:spLocks noGrp="1"/>
          </p:cNvSpPr>
          <p:nvPr>
            <p:ph type="body" idx="2"/>
          </p:nvPr>
        </p:nvSpPr>
        <p:spPr>
          <a:xfrm>
            <a:off x="8096250" y="2381250"/>
            <a:ext cx="6286500" cy="5334000"/>
          </a:xfrm>
          <a:prstGeom prst="rect">
            <a:avLst/>
          </a:prstGeom>
          <a:noFill/>
          <a:ln>
            <a:noFill/>
            <a:prstDash val="solid"/>
          </a:ln>
        </p:spPr>
        <p:txBody>
          <a:bodyPr wrap="square" lIns="0" tIns="0" rIns="0" bIns="0" anchor="t">
            <a:normAutofit/>
          </a:bodyPr>
          <a:lstStyle>
            <a:defPPr algn="l">
              <a:defRPr sz="2625" b="0">
                <a:solidFill>
                  <a:schemeClr val="tx1"/>
                </a:solidFill>
                <a:latin typeface="+mn-lt"/>
                <a:ea typeface="+mn-lt"/>
                <a:cs typeface="+mn-lt"/>
              </a:defRPr>
            </a:defPPr>
            <a:lvl1pPr marL="285750" indent="-285750" algn="l">
              <a:lnSpc>
                <a:spcPct val="110000"/>
              </a:lnSpc>
              <a:spcBef>
                <a:spcPts val="0"/>
              </a:spcBef>
              <a:spcAft>
                <a:spcPts val="1500"/>
              </a:spcAft>
              <a:buChar char="•"/>
              <a:defRPr sz="2625" b="0">
                <a:solidFill>
                  <a:schemeClr val="tx1"/>
                </a:solidFill>
                <a:latin typeface="+mn-lt"/>
                <a:ea typeface="+mn-lt"/>
                <a:cs typeface="+mn-lt"/>
              </a:defRPr>
            </a:lvl1pPr>
            <a:lvl2pPr marL="666750" indent="-285750" algn="l">
              <a:lnSpc>
                <a:spcPct val="110000"/>
              </a:lnSpc>
              <a:spcBef>
                <a:spcPts val="0"/>
              </a:spcBef>
              <a:spcAft>
                <a:spcPts val="1500"/>
              </a:spcAft>
              <a:buChar char="•"/>
              <a:defRPr sz="2625" b="0">
                <a:solidFill>
                  <a:schemeClr val="tx1"/>
                </a:solidFill>
                <a:latin typeface="+mn-lt"/>
                <a:ea typeface="+mn-lt"/>
                <a:cs typeface="+mn-lt"/>
              </a:defRPr>
            </a:lvl2pPr>
            <a:lvl3pPr marL="1047750" indent="-285750" algn="l">
              <a:lnSpc>
                <a:spcPct val="110000"/>
              </a:lnSpc>
              <a:spcBef>
                <a:spcPts val="0"/>
              </a:spcBef>
              <a:spcAft>
                <a:spcPts val="1500"/>
              </a:spcAft>
              <a:buChar char="•"/>
              <a:defRPr sz="2625" b="0">
                <a:solidFill>
                  <a:schemeClr val="tx1"/>
                </a:solidFill>
                <a:latin typeface="+mn-lt"/>
                <a:ea typeface="+mn-lt"/>
                <a:cs typeface="+mn-lt"/>
              </a:defRPr>
            </a:lvl3pPr>
            <a:lvl4pPr marL="1428750" indent="-285750" algn="l">
              <a:lnSpc>
                <a:spcPct val="110000"/>
              </a:lnSpc>
              <a:spcBef>
                <a:spcPts val="0"/>
              </a:spcBef>
              <a:spcAft>
                <a:spcPts val="1500"/>
              </a:spcAft>
              <a:buChar char="•"/>
              <a:defRPr sz="2625" b="0">
                <a:solidFill>
                  <a:schemeClr val="tx1"/>
                </a:solidFill>
                <a:latin typeface="+mn-lt"/>
                <a:ea typeface="+mn-lt"/>
                <a:cs typeface="+mn-lt"/>
              </a:defRPr>
            </a:lvl4pPr>
            <a:lvl5pPr marL="1809750" indent="-285750" algn="l">
              <a:lnSpc>
                <a:spcPct val="110000"/>
              </a:lnSpc>
              <a:spcBef>
                <a:spcPts val="0"/>
              </a:spcBef>
              <a:spcAft>
                <a:spcPts val="1500"/>
              </a:spcAft>
              <a:buChar char="•"/>
              <a:defRPr sz="2625" b="0">
                <a:solidFill>
                  <a:schemeClr val="tx1"/>
                </a:solidFill>
                <a:latin typeface="+mn-lt"/>
                <a:ea typeface="+mn-lt"/>
                <a:cs typeface="+mn-lt"/>
              </a:defRPr>
            </a:lvl5pPr>
            <a:lvl6pPr marL="2190750" indent="-285750" algn="l">
              <a:lnSpc>
                <a:spcPct val="110000"/>
              </a:lnSpc>
              <a:spcBef>
                <a:spcPts val="0"/>
              </a:spcBef>
              <a:spcAft>
                <a:spcPts val="1500"/>
              </a:spcAft>
              <a:buChar char="•"/>
              <a:defRPr sz="2625" b="0">
                <a:solidFill>
                  <a:schemeClr val="tx1"/>
                </a:solidFill>
                <a:latin typeface="+mn-lt"/>
                <a:ea typeface="+mn-lt"/>
                <a:cs typeface="+mn-lt"/>
              </a:defRPr>
            </a:lvl6pPr>
            <a:lvl7pPr marL="2571750" indent="-285750" algn="l">
              <a:lnSpc>
                <a:spcPct val="110000"/>
              </a:lnSpc>
              <a:spcBef>
                <a:spcPts val="0"/>
              </a:spcBef>
              <a:spcAft>
                <a:spcPts val="1500"/>
              </a:spcAft>
              <a:buChar char="•"/>
              <a:defRPr sz="2625" b="0">
                <a:solidFill>
                  <a:schemeClr val="tx1"/>
                </a:solidFill>
                <a:latin typeface="+mn-lt"/>
                <a:ea typeface="+mn-lt"/>
                <a:cs typeface="+mn-lt"/>
              </a:defRPr>
            </a:lvl7pPr>
            <a:lvl8pPr marL="2952750" indent="-285750" algn="l">
              <a:lnSpc>
                <a:spcPct val="110000"/>
              </a:lnSpc>
              <a:spcBef>
                <a:spcPts val="0"/>
              </a:spcBef>
              <a:spcAft>
                <a:spcPts val="1500"/>
              </a:spcAft>
              <a:buChar char="•"/>
              <a:defRPr sz="2625" b="0">
                <a:solidFill>
                  <a:schemeClr val="tx1"/>
                </a:solidFill>
                <a:latin typeface="+mn-lt"/>
                <a:ea typeface="+mn-lt"/>
                <a:cs typeface="+mn-lt"/>
              </a:defRPr>
            </a:lvl8pPr>
            <a:lvl9pPr marL="3333750" indent="-285750" algn="l">
              <a:lnSpc>
                <a:spcPct val="110000"/>
              </a:lnSpc>
              <a:spcBef>
                <a:spcPts val="0"/>
              </a:spcBef>
              <a:spcAft>
                <a:spcPts val="1500"/>
              </a:spcAft>
              <a:buChar char="•"/>
              <a:defRPr sz="2625" b="0">
                <a:solidFill>
                  <a:schemeClr val="tx1"/>
                </a:solidFill>
                <a:latin typeface="+mn-lt"/>
                <a:ea typeface="+mn-lt"/>
                <a:cs typeface="+mn-lt"/>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cSld name="Title and One Column">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96912E39-25E8-41B9-B10C-51C03CD89267}"/>
              </a:ext>
            </a:extLst>
          </p:cNvPr>
          <p:cNvSpPr>
            <a:spLocks noGrp="1"/>
          </p:cNvSpPr>
          <p:nvPr>
            <p:ph type="title"/>
          </p:nvPr>
        </p:nvSpPr>
        <p:spPr>
          <a:xfrm>
            <a:off x="857250" y="666750"/>
            <a:ext cx="13525500" cy="1047750"/>
          </a:xfrm>
          <a:prstGeom prst="rect">
            <a:avLst/>
          </a:prstGeom>
          <a:noFill/>
          <a:ln>
            <a:noFill/>
            <a:prstDash val="solid"/>
          </a:ln>
        </p:spPr>
        <p:txBody>
          <a:bodyPr wrap="square" lIns="0" tIns="0" rIns="0" bIns="0" anchor="t">
            <a:normAutofit/>
          </a:bodyPr>
          <a:lstStyle>
            <a:defPPr algn="l">
              <a:defRPr sz="4125" b="1">
                <a:solidFill>
                  <a:schemeClr val="tx1"/>
                </a:solidFill>
                <a:latin typeface="+mj-lt"/>
                <a:ea typeface="+mj-lt"/>
                <a:cs typeface="+mj-lt"/>
              </a:defRPr>
            </a:defPPr>
            <a:lvl1pPr marL="0" indent="0" algn="l">
              <a:lnSpc>
                <a:spcPct val="110000"/>
              </a:lnSpc>
              <a:spcBef>
                <a:spcPts val="0"/>
              </a:spcBef>
              <a:spcAft>
                <a:spcPts val="0"/>
              </a:spcAft>
              <a:buNone/>
              <a:defRPr sz="4125" b="1">
                <a:solidFill>
                  <a:schemeClr val="tx1"/>
                </a:solidFill>
                <a:latin typeface="+mj-lt"/>
                <a:ea typeface="+mj-lt"/>
                <a:cs typeface="+mj-lt"/>
              </a:defRPr>
            </a:lvl1pPr>
            <a:lvl2pPr marL="0" indent="0" algn="l">
              <a:lnSpc>
                <a:spcPct val="110000"/>
              </a:lnSpc>
              <a:spcBef>
                <a:spcPts val="0"/>
              </a:spcBef>
              <a:spcAft>
                <a:spcPts val="0"/>
              </a:spcAft>
              <a:buNone/>
              <a:defRPr sz="4125" b="1">
                <a:solidFill>
                  <a:schemeClr val="tx1"/>
                </a:solidFill>
                <a:latin typeface="+mj-lt"/>
                <a:ea typeface="+mj-lt"/>
                <a:cs typeface="+mj-lt"/>
              </a:defRPr>
            </a:lvl2pPr>
            <a:lvl3pPr marL="0" indent="0" algn="l">
              <a:lnSpc>
                <a:spcPct val="110000"/>
              </a:lnSpc>
              <a:spcBef>
                <a:spcPts val="0"/>
              </a:spcBef>
              <a:spcAft>
                <a:spcPts val="0"/>
              </a:spcAft>
              <a:buNone/>
              <a:defRPr sz="4125" b="1">
                <a:solidFill>
                  <a:schemeClr val="tx1"/>
                </a:solidFill>
                <a:latin typeface="+mj-lt"/>
                <a:ea typeface="+mj-lt"/>
                <a:cs typeface="+mj-lt"/>
              </a:defRPr>
            </a:lvl3pPr>
            <a:lvl4pPr marL="0" indent="0" algn="l">
              <a:lnSpc>
                <a:spcPct val="110000"/>
              </a:lnSpc>
              <a:spcBef>
                <a:spcPts val="0"/>
              </a:spcBef>
              <a:spcAft>
                <a:spcPts val="0"/>
              </a:spcAft>
              <a:buNone/>
              <a:defRPr sz="4125" b="1">
                <a:solidFill>
                  <a:schemeClr val="tx1"/>
                </a:solidFill>
                <a:latin typeface="+mj-lt"/>
                <a:ea typeface="+mj-lt"/>
                <a:cs typeface="+mj-lt"/>
              </a:defRPr>
            </a:lvl4pPr>
            <a:lvl5pPr marL="0" indent="0" algn="l">
              <a:lnSpc>
                <a:spcPct val="110000"/>
              </a:lnSpc>
              <a:spcBef>
                <a:spcPts val="0"/>
              </a:spcBef>
              <a:spcAft>
                <a:spcPts val="0"/>
              </a:spcAft>
              <a:buNone/>
              <a:defRPr sz="4125" b="1">
                <a:solidFill>
                  <a:schemeClr val="tx1"/>
                </a:solidFill>
                <a:latin typeface="+mj-lt"/>
                <a:ea typeface="+mj-lt"/>
                <a:cs typeface="+mj-lt"/>
              </a:defRPr>
            </a:lvl5pPr>
            <a:lvl6pPr marL="0" indent="0" algn="l">
              <a:lnSpc>
                <a:spcPct val="110000"/>
              </a:lnSpc>
              <a:spcBef>
                <a:spcPts val="0"/>
              </a:spcBef>
              <a:spcAft>
                <a:spcPts val="0"/>
              </a:spcAft>
              <a:buNone/>
              <a:defRPr sz="4125" b="1">
                <a:solidFill>
                  <a:schemeClr val="tx1"/>
                </a:solidFill>
                <a:latin typeface="+mj-lt"/>
                <a:ea typeface="+mj-lt"/>
                <a:cs typeface="+mj-lt"/>
              </a:defRPr>
            </a:lvl6pPr>
            <a:lvl7pPr marL="0" indent="0" algn="l">
              <a:lnSpc>
                <a:spcPct val="110000"/>
              </a:lnSpc>
              <a:spcBef>
                <a:spcPts val="0"/>
              </a:spcBef>
              <a:spcAft>
                <a:spcPts val="0"/>
              </a:spcAft>
              <a:buNone/>
              <a:defRPr sz="4125" b="1">
                <a:solidFill>
                  <a:schemeClr val="tx1"/>
                </a:solidFill>
                <a:latin typeface="+mj-lt"/>
                <a:ea typeface="+mj-lt"/>
                <a:cs typeface="+mj-lt"/>
              </a:defRPr>
            </a:lvl7pPr>
            <a:lvl8pPr marL="0" indent="0" algn="l">
              <a:lnSpc>
                <a:spcPct val="110000"/>
              </a:lnSpc>
              <a:spcBef>
                <a:spcPts val="0"/>
              </a:spcBef>
              <a:spcAft>
                <a:spcPts val="0"/>
              </a:spcAft>
              <a:buNone/>
              <a:defRPr sz="4125" b="1">
                <a:solidFill>
                  <a:schemeClr val="tx1"/>
                </a:solidFill>
                <a:latin typeface="+mj-lt"/>
                <a:ea typeface="+mj-lt"/>
                <a:cs typeface="+mj-lt"/>
              </a:defRPr>
            </a:lvl8pPr>
            <a:lvl9pPr marL="0" indent="0" algn="l">
              <a:lnSpc>
                <a:spcPct val="110000"/>
              </a:lnSpc>
              <a:spcBef>
                <a:spcPts val="0"/>
              </a:spcBef>
              <a:spcAft>
                <a:spcPts val="0"/>
              </a:spcAft>
              <a:buNone/>
              <a:defRPr sz="4125" b="1">
                <a:solidFill>
                  <a:schemeClr val="tx1"/>
                </a:solidFill>
                <a:latin typeface="+mj-lt"/>
                <a:ea typeface="+mj-lt"/>
                <a:cs typeface="+mj-lt"/>
              </a:defRPr>
            </a:lvl9pPr>
          </a:lstStyle>
          <a:p>
            <a:endParaRPr/>
          </a:p>
        </p:txBody>
      </p:sp>
      <p:sp>
        <p:nvSpPr>
          <p:cNvPr id="2" name="Left column">
            <a:extLst>
              <a:ext uri="{FF2B5EF4-FFF2-40B4-BE49-F238E27FC236}">
                <a16:creationId xmlns:a16="http://schemas.microsoft.com/office/drawing/2014/main" id="{F9E20977-3884-4B74-88A9-10EA1C338173}"/>
              </a:ext>
            </a:extLst>
          </p:cNvPr>
          <p:cNvSpPr>
            <a:spLocks noGrp="1"/>
          </p:cNvSpPr>
          <p:nvPr>
            <p:ph type="body" idx="1"/>
          </p:nvPr>
        </p:nvSpPr>
        <p:spPr>
          <a:xfrm>
            <a:off x="857250" y="2381250"/>
            <a:ext cx="6286500" cy="5334000"/>
          </a:xfrm>
          <a:prstGeom prst="rect">
            <a:avLst/>
          </a:prstGeom>
          <a:noFill/>
          <a:ln>
            <a:noFill/>
            <a:prstDash val="solid"/>
          </a:ln>
        </p:spPr>
        <p:txBody>
          <a:bodyPr wrap="square" lIns="0" tIns="0" rIns="0" bIns="0" anchor="t">
            <a:normAutofit/>
          </a:bodyPr>
          <a:lstStyle>
            <a:defPPr algn="l">
              <a:defRPr sz="2813" b="0">
                <a:solidFill>
                  <a:schemeClr val="tx1"/>
                </a:solidFill>
                <a:latin typeface="+mn-lt"/>
                <a:ea typeface="+mn-lt"/>
                <a:cs typeface="+mn-lt"/>
              </a:defRPr>
            </a:defPPr>
            <a:lvl1pPr marL="285750" indent="-285750" algn="l">
              <a:lnSpc>
                <a:spcPct val="110000"/>
              </a:lnSpc>
              <a:spcBef>
                <a:spcPts val="0"/>
              </a:spcBef>
              <a:spcAft>
                <a:spcPts val="1500"/>
              </a:spcAft>
              <a:buChar char="•"/>
              <a:defRPr sz="2813" b="0">
                <a:solidFill>
                  <a:schemeClr val="tx1"/>
                </a:solidFill>
                <a:latin typeface="+mn-lt"/>
                <a:ea typeface="+mn-lt"/>
                <a:cs typeface="+mn-lt"/>
              </a:defRPr>
            </a:lvl1pPr>
            <a:lvl2pPr marL="666750" indent="-285750" algn="l">
              <a:lnSpc>
                <a:spcPct val="110000"/>
              </a:lnSpc>
              <a:spcBef>
                <a:spcPts val="0"/>
              </a:spcBef>
              <a:spcAft>
                <a:spcPts val="1500"/>
              </a:spcAft>
              <a:buChar char="•"/>
              <a:defRPr sz="2813" b="0">
                <a:solidFill>
                  <a:schemeClr val="tx1"/>
                </a:solidFill>
                <a:latin typeface="+mn-lt"/>
                <a:ea typeface="+mn-lt"/>
                <a:cs typeface="+mn-lt"/>
              </a:defRPr>
            </a:lvl2pPr>
            <a:lvl3pPr marL="1047750" indent="-285750" algn="l">
              <a:lnSpc>
                <a:spcPct val="110000"/>
              </a:lnSpc>
              <a:spcBef>
                <a:spcPts val="0"/>
              </a:spcBef>
              <a:spcAft>
                <a:spcPts val="1500"/>
              </a:spcAft>
              <a:buChar char="•"/>
              <a:defRPr sz="2813" b="0">
                <a:solidFill>
                  <a:schemeClr val="tx1"/>
                </a:solidFill>
                <a:latin typeface="+mn-lt"/>
                <a:ea typeface="+mn-lt"/>
                <a:cs typeface="+mn-lt"/>
              </a:defRPr>
            </a:lvl3pPr>
            <a:lvl4pPr marL="1428750" indent="-285750" algn="l">
              <a:lnSpc>
                <a:spcPct val="110000"/>
              </a:lnSpc>
              <a:spcBef>
                <a:spcPts val="0"/>
              </a:spcBef>
              <a:spcAft>
                <a:spcPts val="1500"/>
              </a:spcAft>
              <a:buChar char="•"/>
              <a:defRPr sz="2813" b="0">
                <a:solidFill>
                  <a:schemeClr val="tx1"/>
                </a:solidFill>
                <a:latin typeface="+mn-lt"/>
                <a:ea typeface="+mn-lt"/>
                <a:cs typeface="+mn-lt"/>
              </a:defRPr>
            </a:lvl4pPr>
            <a:lvl5pPr marL="1809750" indent="-285750" algn="l">
              <a:lnSpc>
                <a:spcPct val="110000"/>
              </a:lnSpc>
              <a:spcBef>
                <a:spcPts val="0"/>
              </a:spcBef>
              <a:spcAft>
                <a:spcPts val="1500"/>
              </a:spcAft>
              <a:buChar char="•"/>
              <a:defRPr sz="2813" b="0">
                <a:solidFill>
                  <a:schemeClr val="tx1"/>
                </a:solidFill>
                <a:latin typeface="+mn-lt"/>
                <a:ea typeface="+mn-lt"/>
                <a:cs typeface="+mn-lt"/>
              </a:defRPr>
            </a:lvl5pPr>
            <a:lvl6pPr marL="2190750" indent="-285750" algn="l">
              <a:lnSpc>
                <a:spcPct val="110000"/>
              </a:lnSpc>
              <a:spcBef>
                <a:spcPts val="0"/>
              </a:spcBef>
              <a:spcAft>
                <a:spcPts val="1500"/>
              </a:spcAft>
              <a:buChar char="•"/>
              <a:defRPr sz="2813" b="0">
                <a:solidFill>
                  <a:schemeClr val="tx1"/>
                </a:solidFill>
                <a:latin typeface="+mn-lt"/>
                <a:ea typeface="+mn-lt"/>
                <a:cs typeface="+mn-lt"/>
              </a:defRPr>
            </a:lvl6pPr>
            <a:lvl7pPr marL="2571750" indent="-285750" algn="l">
              <a:lnSpc>
                <a:spcPct val="110000"/>
              </a:lnSpc>
              <a:spcBef>
                <a:spcPts val="0"/>
              </a:spcBef>
              <a:spcAft>
                <a:spcPts val="1500"/>
              </a:spcAft>
              <a:buChar char="•"/>
              <a:defRPr sz="2813" b="0">
                <a:solidFill>
                  <a:schemeClr val="tx1"/>
                </a:solidFill>
                <a:latin typeface="+mn-lt"/>
                <a:ea typeface="+mn-lt"/>
                <a:cs typeface="+mn-lt"/>
              </a:defRPr>
            </a:lvl7pPr>
            <a:lvl8pPr marL="2952750" indent="-285750" algn="l">
              <a:lnSpc>
                <a:spcPct val="110000"/>
              </a:lnSpc>
              <a:spcBef>
                <a:spcPts val="0"/>
              </a:spcBef>
              <a:spcAft>
                <a:spcPts val="1500"/>
              </a:spcAft>
              <a:buChar char="•"/>
              <a:defRPr sz="2813" b="0">
                <a:solidFill>
                  <a:schemeClr val="tx1"/>
                </a:solidFill>
                <a:latin typeface="+mn-lt"/>
                <a:ea typeface="+mn-lt"/>
                <a:cs typeface="+mn-lt"/>
              </a:defRPr>
            </a:lvl8pPr>
            <a:lvl9pPr marL="3333750" indent="-285750" algn="l">
              <a:lnSpc>
                <a:spcPct val="110000"/>
              </a:lnSpc>
              <a:spcBef>
                <a:spcPts val="0"/>
              </a:spcBef>
              <a:spcAft>
                <a:spcPts val="1500"/>
              </a:spcAft>
              <a:buChar char="•"/>
              <a:defRPr sz="2813" b="0">
                <a:solidFill>
                  <a:schemeClr val="tx1"/>
                </a:solidFill>
                <a:latin typeface="+mn-lt"/>
                <a:ea typeface="+mn-lt"/>
                <a:cs typeface="+mn-lt"/>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6.xml"/><Relationship Id="rId5" Type="http://schemas.openxmlformats.org/officeDocument/2006/relationships/image" Target="../media/image5.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4.xml"/><Relationship Id="rId1" Type="http://schemas.openxmlformats.org/officeDocument/2006/relationships/slideLayout" Target="../slideLayouts/slideLayout6.xml"/><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6.xml"/><Relationship Id="rId4" Type="http://schemas.openxmlformats.org/officeDocument/2006/relationships/image" Target="../media/image2.jpeg"/></Relationships>
</file>

<file path=ppt/slides/_rels/slide6.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8" Type="http://schemas.openxmlformats.org/officeDocument/2006/relationships/image" Target="../media/image11.jpeg"/><Relationship Id="rId3" Type="http://schemas.openxmlformats.org/officeDocument/2006/relationships/image" Target="../media/image2.jpeg"/><Relationship Id="rId7" Type="http://schemas.openxmlformats.org/officeDocument/2006/relationships/image" Target="../media/image10.jpeg"/><Relationship Id="rId2" Type="http://schemas.openxmlformats.org/officeDocument/2006/relationships/notesSlide" Target="../notesSlides/notesSlide10.xml"/><Relationship Id="rId1" Type="http://schemas.openxmlformats.org/officeDocument/2006/relationships/slideLayout" Target="../slideLayouts/slideLayout6.xml"/><Relationship Id="rId6" Type="http://schemas.openxmlformats.org/officeDocument/2006/relationships/image" Target="../media/image7.jpeg"/><Relationship Id="rId5" Type="http://schemas.openxmlformats.org/officeDocument/2006/relationships/image" Target="../media/image8.jpeg"/><Relationship Id="rId4" Type="http://schemas.openxmlformats.org/officeDocument/2006/relationships/image" Target="../media/image9.jpeg"/></Relationships>
</file>

<file path=ppt/slides/_rels/slide11.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16.xml"/><Relationship Id="rId1" Type="http://schemas.openxmlformats.org/officeDocument/2006/relationships/slideLayout" Target="../slideLayouts/slideLayout6.xml"/><Relationship Id="rId5" Type="http://schemas.openxmlformats.org/officeDocument/2006/relationships/image" Target="../media/image9.jpeg"/><Relationship Id="rId4" Type="http://schemas.openxmlformats.org/officeDocument/2006/relationships/image" Target="../media/image8.jpe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203A32"/>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EC719185-4CE0-4E0B-BCFF-92E75246E856}"/>
              </a:ext>
            </a:extLst>
          </p:cNvPr>
          <p:cNvPicPr>
            <a:picLocks noChangeAspect="1"/>
          </p:cNvPicPr>
          <p:nvPr/>
        </p:nvPicPr>
        <p:blipFill>
          <a:blip r:embed="rId3"/>
          <a:srcRect t="34171" b="34171"/>
          <a:stretch>
            <a:fillRect/>
          </a:stretch>
        </p:blipFill>
        <p:spPr>
          <a:xfrm>
            <a:off x="0" y="0"/>
            <a:ext cx="15240000" cy="8572500"/>
          </a:xfrm>
          <a:prstGeom prst="rect">
            <a:avLst/>
          </a:prstGeom>
        </p:spPr>
      </p:pic>
      <p:sp>
        <p:nvSpPr>
          <p:cNvPr id="2" name="Rectangle 1">
            <a:extLst>
              <a:ext uri="{FF2B5EF4-FFF2-40B4-BE49-F238E27FC236}">
                <a16:creationId xmlns:a16="http://schemas.microsoft.com/office/drawing/2014/main" id="{DDDD0A3F-9015-4CCC-894B-CB57DF8E22BC}"/>
              </a:ext>
            </a:extLst>
          </p:cNvPr>
          <p:cNvSpPr>
            <a:spLocks noGrp="1"/>
          </p:cNvSpPr>
          <p:nvPr/>
        </p:nvSpPr>
        <p:spPr>
          <a:xfrm>
            <a:off x="0" y="0"/>
            <a:ext cx="15240000" cy="8572500"/>
          </a:xfrm>
          <a:prstGeom prst="rect">
            <a:avLst/>
          </a:prstGeom>
          <a:gradFill>
            <a:gsLst>
              <a:gs pos="0">
                <a:srgbClr val="10271F">
                  <a:alpha val="94000"/>
                </a:srgbClr>
              </a:gs>
              <a:gs pos="38000">
                <a:srgbClr val="10271F">
                  <a:alpha val="78000"/>
                </a:srgbClr>
              </a:gs>
              <a:gs pos="100000">
                <a:srgbClr val="10271F">
                  <a:alpha val="12000"/>
                </a:srgbClr>
              </a:gs>
            </a:gsLst>
            <a:lin ang="0"/>
          </a:gradFill>
          <a:ln w="0">
            <a:noFill/>
          </a:ln>
        </p:spPr>
      </p:sp>
      <p:sp>
        <p:nvSpPr>
          <p:cNvPr id="3" name="HeritageXR">
            <a:extLst>
              <a:ext uri="{FF2B5EF4-FFF2-40B4-BE49-F238E27FC236}">
                <a16:creationId xmlns:a16="http://schemas.microsoft.com/office/drawing/2014/main" id="{97315C3B-0AAB-48C6-8E37-6D473141740F}"/>
              </a:ext>
            </a:extLst>
          </p:cNvPr>
          <p:cNvSpPr>
            <a:spLocks noGrp="1"/>
          </p:cNvSpPr>
          <p:nvPr/>
        </p:nvSpPr>
        <p:spPr>
          <a:xfrm>
            <a:off x="857250" y="2000250"/>
            <a:ext cx="10668000" cy="1352550"/>
          </a:xfrm>
          <a:prstGeom prst="rect">
            <a:avLst/>
          </a:prstGeom>
          <a:noFill/>
          <a:ln w="0">
            <a:noFill/>
          </a:ln>
        </p:spPr>
        <p:txBody>
          <a:bodyPr wrap="square" lIns="0" tIns="0" rIns="0" bIns="0" anchor="t">
            <a:noAutofit/>
          </a:bodyPr>
          <a:lstStyle>
            <a:defPPr algn="l">
              <a:defRPr sz="8400" b="0">
                <a:solidFill>
                  <a:srgbClr val="F6F3EE"/>
                </a:solidFill>
                <a:latin typeface="Georgia"/>
                <a:ea typeface="Georgia"/>
                <a:cs typeface="Georgia"/>
              </a:defRPr>
            </a:defPPr>
            <a:lvl1pPr algn="l">
              <a:defRPr sz="8400" b="0">
                <a:solidFill>
                  <a:srgbClr val="F6F3EE"/>
                </a:solidFill>
                <a:latin typeface="Georgia"/>
                <a:ea typeface="Georgia"/>
                <a:cs typeface="Georgia"/>
              </a:defRPr>
            </a:lvl1pPr>
            <a:lvl2pPr algn="l">
              <a:defRPr sz="8400" b="0">
                <a:solidFill>
                  <a:srgbClr val="F6F3EE"/>
                </a:solidFill>
                <a:latin typeface="Georgia"/>
                <a:ea typeface="Georgia"/>
                <a:cs typeface="Georgia"/>
              </a:defRPr>
            </a:lvl2pPr>
            <a:lvl3pPr algn="l">
              <a:defRPr sz="8400" b="0">
                <a:solidFill>
                  <a:srgbClr val="F6F3EE"/>
                </a:solidFill>
                <a:latin typeface="Georgia"/>
                <a:ea typeface="Georgia"/>
                <a:cs typeface="Georgia"/>
              </a:defRPr>
            </a:lvl3pPr>
            <a:lvl4pPr algn="l">
              <a:defRPr sz="8400" b="0">
                <a:solidFill>
                  <a:srgbClr val="F6F3EE"/>
                </a:solidFill>
                <a:latin typeface="Georgia"/>
                <a:ea typeface="Georgia"/>
                <a:cs typeface="Georgia"/>
              </a:defRPr>
            </a:lvl4pPr>
            <a:lvl5pPr algn="l">
              <a:defRPr sz="8400" b="0">
                <a:solidFill>
                  <a:srgbClr val="F6F3EE"/>
                </a:solidFill>
                <a:latin typeface="Georgia"/>
                <a:ea typeface="Georgia"/>
                <a:cs typeface="Georgia"/>
              </a:defRPr>
            </a:lvl5pPr>
            <a:lvl6pPr algn="l">
              <a:defRPr sz="8400" b="0">
                <a:solidFill>
                  <a:srgbClr val="F6F3EE"/>
                </a:solidFill>
                <a:latin typeface="Georgia"/>
                <a:ea typeface="Georgia"/>
                <a:cs typeface="Georgia"/>
              </a:defRPr>
            </a:lvl6pPr>
            <a:lvl7pPr algn="l">
              <a:defRPr sz="8400" b="0">
                <a:solidFill>
                  <a:srgbClr val="F6F3EE"/>
                </a:solidFill>
                <a:latin typeface="Georgia"/>
                <a:ea typeface="Georgia"/>
                <a:cs typeface="Georgia"/>
              </a:defRPr>
            </a:lvl7pPr>
            <a:lvl8pPr algn="l">
              <a:defRPr sz="8400" b="0">
                <a:solidFill>
                  <a:srgbClr val="F6F3EE"/>
                </a:solidFill>
                <a:latin typeface="Georgia"/>
                <a:ea typeface="Georgia"/>
                <a:cs typeface="Georgia"/>
              </a:defRPr>
            </a:lvl8pPr>
            <a:lvl9pPr algn="l">
              <a:defRPr sz="8400" b="0">
                <a:solidFill>
                  <a:srgbClr val="F6F3EE"/>
                </a:solidFill>
                <a:latin typeface="Georgia"/>
                <a:ea typeface="Georgia"/>
                <a:cs typeface="Georgia"/>
              </a:defRPr>
            </a:lvl9pPr>
          </a:lstStyle>
          <a:p>
            <a:pPr algn="l">
              <a:defRPr sz="8400" b="0">
                <a:solidFill>
                  <a:srgbClr val="F6F3EE"/>
                </a:solidFill>
                <a:latin typeface="Georgia"/>
                <a:ea typeface="Georgia"/>
                <a:cs typeface="Georgia"/>
              </a:defRPr>
            </a:pPr>
            <a:r>
              <a:rPr sz="8400" b="0">
                <a:solidFill>
                  <a:srgbClr val="F6F3EE"/>
                </a:solidFill>
                <a:latin typeface="Georgia"/>
                <a:ea typeface="Georgia"/>
                <a:cs typeface="Georgia"/>
              </a:rPr>
              <a:t>HeritageXR</a:t>
            </a:r>
          </a:p>
        </p:txBody>
      </p:sp>
      <p:sp>
        <p:nvSpPr>
          <p:cNvPr id="4" name="Explorer le patrimoine&#10;avec son téléphone">
            <a:extLst>
              <a:ext uri="{FF2B5EF4-FFF2-40B4-BE49-F238E27FC236}">
                <a16:creationId xmlns:a16="http://schemas.microsoft.com/office/drawing/2014/main" id="{D6645F06-5056-4CBE-9224-CDE004FE8F75}"/>
              </a:ext>
            </a:extLst>
          </p:cNvPr>
          <p:cNvSpPr>
            <a:spLocks noGrp="1"/>
          </p:cNvSpPr>
          <p:nvPr/>
        </p:nvSpPr>
        <p:spPr>
          <a:xfrm>
            <a:off x="933450" y="3667125"/>
            <a:ext cx="9429750" cy="1952625"/>
          </a:xfrm>
          <a:prstGeom prst="rect">
            <a:avLst/>
          </a:prstGeom>
          <a:noFill/>
          <a:ln w="0">
            <a:noFill/>
          </a:ln>
        </p:spPr>
        <p:txBody>
          <a:bodyPr wrap="square" lIns="0" tIns="0" rIns="0" bIns="0" anchor="t">
            <a:noAutofit/>
          </a:bodyPr>
          <a:lstStyle>
            <a:defPPr algn="l">
              <a:defRPr sz="4875" b="0">
                <a:solidFill>
                  <a:srgbClr val="F6F3EE"/>
                </a:solidFill>
                <a:latin typeface="Arial"/>
                <a:ea typeface="Arial"/>
                <a:cs typeface="Arial"/>
              </a:defRPr>
            </a:defPPr>
            <a:lvl1pPr algn="l">
              <a:defRPr sz="4875" b="0">
                <a:solidFill>
                  <a:srgbClr val="F6F3EE"/>
                </a:solidFill>
                <a:latin typeface="Arial"/>
                <a:ea typeface="Arial"/>
                <a:cs typeface="Arial"/>
              </a:defRPr>
            </a:lvl1pPr>
            <a:lvl2pPr algn="l">
              <a:defRPr sz="4875" b="0">
                <a:solidFill>
                  <a:srgbClr val="F6F3EE"/>
                </a:solidFill>
                <a:latin typeface="Arial"/>
                <a:ea typeface="Arial"/>
                <a:cs typeface="Arial"/>
              </a:defRPr>
            </a:lvl2pPr>
            <a:lvl3pPr algn="l">
              <a:defRPr sz="4875" b="0">
                <a:solidFill>
                  <a:srgbClr val="F6F3EE"/>
                </a:solidFill>
                <a:latin typeface="Arial"/>
                <a:ea typeface="Arial"/>
                <a:cs typeface="Arial"/>
              </a:defRPr>
            </a:lvl3pPr>
            <a:lvl4pPr algn="l">
              <a:defRPr sz="4875" b="0">
                <a:solidFill>
                  <a:srgbClr val="F6F3EE"/>
                </a:solidFill>
                <a:latin typeface="Arial"/>
                <a:ea typeface="Arial"/>
                <a:cs typeface="Arial"/>
              </a:defRPr>
            </a:lvl4pPr>
            <a:lvl5pPr algn="l">
              <a:defRPr sz="4875" b="0">
                <a:solidFill>
                  <a:srgbClr val="F6F3EE"/>
                </a:solidFill>
                <a:latin typeface="Arial"/>
                <a:ea typeface="Arial"/>
                <a:cs typeface="Arial"/>
              </a:defRPr>
            </a:lvl5pPr>
            <a:lvl6pPr algn="l">
              <a:defRPr sz="4875" b="0">
                <a:solidFill>
                  <a:srgbClr val="F6F3EE"/>
                </a:solidFill>
                <a:latin typeface="Arial"/>
                <a:ea typeface="Arial"/>
                <a:cs typeface="Arial"/>
              </a:defRPr>
            </a:lvl6pPr>
            <a:lvl7pPr algn="l">
              <a:defRPr sz="4875" b="0">
                <a:solidFill>
                  <a:srgbClr val="F6F3EE"/>
                </a:solidFill>
                <a:latin typeface="Arial"/>
                <a:ea typeface="Arial"/>
                <a:cs typeface="Arial"/>
              </a:defRPr>
            </a:lvl7pPr>
            <a:lvl8pPr algn="l">
              <a:defRPr sz="4875" b="0">
                <a:solidFill>
                  <a:srgbClr val="F6F3EE"/>
                </a:solidFill>
                <a:latin typeface="Arial"/>
                <a:ea typeface="Arial"/>
                <a:cs typeface="Arial"/>
              </a:defRPr>
            </a:lvl8pPr>
            <a:lvl9pPr algn="l">
              <a:defRPr sz="4875" b="0">
                <a:solidFill>
                  <a:srgbClr val="F6F3EE"/>
                </a:solidFill>
                <a:latin typeface="Arial"/>
                <a:ea typeface="Arial"/>
                <a:cs typeface="Arial"/>
              </a:defRPr>
            </a:lvl9pPr>
          </a:lstStyle>
          <a:p>
            <a:pPr algn="l">
              <a:defRPr sz="4875" b="0">
                <a:solidFill>
                  <a:srgbClr val="F6F3EE"/>
                </a:solidFill>
                <a:latin typeface="Arial"/>
                <a:ea typeface="Arial"/>
                <a:cs typeface="Arial"/>
              </a:defRPr>
            </a:pPr>
            <a:r>
              <a:rPr sz="4875" b="0">
                <a:solidFill>
                  <a:srgbClr val="F6F3EE"/>
                </a:solidFill>
                <a:latin typeface="Arial"/>
                <a:ea typeface="Arial"/>
                <a:cs typeface="Arial"/>
              </a:rPr>
              <a:t>Explorer le patrimoine</a:t>
            </a:r>
          </a:p>
          <a:p>
            <a:pPr algn="l">
              <a:defRPr sz="4875" b="0">
                <a:solidFill>
                  <a:srgbClr val="F6F3EE"/>
                </a:solidFill>
                <a:latin typeface="Arial"/>
                <a:ea typeface="Arial"/>
                <a:cs typeface="Arial"/>
              </a:defRPr>
            </a:pPr>
            <a:r>
              <a:rPr sz="4875" b="0">
                <a:solidFill>
                  <a:srgbClr val="F6F3EE"/>
                </a:solidFill>
                <a:latin typeface="Arial"/>
                <a:ea typeface="Arial"/>
                <a:cs typeface="Arial"/>
              </a:rPr>
              <a:t>avec son téléphone</a:t>
            </a:r>
          </a:p>
        </p:txBody>
      </p:sp>
      <p:sp>
        <p:nvSpPr>
          <p:cNvPr id="5" name="Guide muséal en réalité augmentée · Projet académiqu">
            <a:extLst>
              <a:ext uri="{FF2B5EF4-FFF2-40B4-BE49-F238E27FC236}">
                <a16:creationId xmlns:a16="http://schemas.microsoft.com/office/drawing/2014/main" id="{2853E36F-26A7-42AA-BA44-1E456DB537ED}"/>
              </a:ext>
            </a:extLst>
          </p:cNvPr>
          <p:cNvSpPr>
            <a:spLocks noGrp="1"/>
          </p:cNvSpPr>
          <p:nvPr/>
        </p:nvSpPr>
        <p:spPr>
          <a:xfrm>
            <a:off x="962025" y="1219200"/>
            <a:ext cx="13239750" cy="552450"/>
          </a:xfrm>
          <a:prstGeom prst="rect">
            <a:avLst/>
          </a:prstGeom>
          <a:noFill/>
          <a:ln w="0">
            <a:noFill/>
          </a:ln>
        </p:spPr>
        <p:txBody>
          <a:bodyPr wrap="square" lIns="0" tIns="0" rIns="0" bIns="0" anchor="t">
            <a:noAutofit/>
          </a:bodyPr>
          <a:lstStyle>
            <a:defPPr algn="l">
              <a:defRPr sz="2175" b="1">
                <a:solidFill>
                  <a:srgbClr val="BD9661"/>
                </a:solidFill>
                <a:latin typeface="Arial"/>
                <a:ea typeface="Arial"/>
                <a:cs typeface="Arial"/>
              </a:defRPr>
            </a:defPPr>
            <a:lvl1pPr algn="l">
              <a:defRPr sz="2175" b="1">
                <a:solidFill>
                  <a:srgbClr val="BD9661"/>
                </a:solidFill>
                <a:latin typeface="Arial"/>
                <a:ea typeface="Arial"/>
                <a:cs typeface="Arial"/>
              </a:defRPr>
            </a:lvl1pPr>
            <a:lvl2pPr algn="l">
              <a:defRPr sz="2175" b="1">
                <a:solidFill>
                  <a:srgbClr val="BD9661"/>
                </a:solidFill>
                <a:latin typeface="Arial"/>
                <a:ea typeface="Arial"/>
                <a:cs typeface="Arial"/>
              </a:defRPr>
            </a:lvl2pPr>
            <a:lvl3pPr algn="l">
              <a:defRPr sz="2175" b="1">
                <a:solidFill>
                  <a:srgbClr val="BD9661"/>
                </a:solidFill>
                <a:latin typeface="Arial"/>
                <a:ea typeface="Arial"/>
                <a:cs typeface="Arial"/>
              </a:defRPr>
            </a:lvl3pPr>
            <a:lvl4pPr algn="l">
              <a:defRPr sz="2175" b="1">
                <a:solidFill>
                  <a:srgbClr val="BD9661"/>
                </a:solidFill>
                <a:latin typeface="Arial"/>
                <a:ea typeface="Arial"/>
                <a:cs typeface="Arial"/>
              </a:defRPr>
            </a:lvl4pPr>
            <a:lvl5pPr algn="l">
              <a:defRPr sz="2175" b="1">
                <a:solidFill>
                  <a:srgbClr val="BD9661"/>
                </a:solidFill>
                <a:latin typeface="Arial"/>
                <a:ea typeface="Arial"/>
                <a:cs typeface="Arial"/>
              </a:defRPr>
            </a:lvl5pPr>
            <a:lvl6pPr algn="l">
              <a:defRPr sz="2175" b="1">
                <a:solidFill>
                  <a:srgbClr val="BD9661"/>
                </a:solidFill>
                <a:latin typeface="Arial"/>
                <a:ea typeface="Arial"/>
                <a:cs typeface="Arial"/>
              </a:defRPr>
            </a:lvl6pPr>
            <a:lvl7pPr algn="l">
              <a:defRPr sz="2175" b="1">
                <a:solidFill>
                  <a:srgbClr val="BD9661"/>
                </a:solidFill>
                <a:latin typeface="Arial"/>
                <a:ea typeface="Arial"/>
                <a:cs typeface="Arial"/>
              </a:defRPr>
            </a:lvl7pPr>
            <a:lvl8pPr algn="l">
              <a:defRPr sz="2175" b="1">
                <a:solidFill>
                  <a:srgbClr val="BD9661"/>
                </a:solidFill>
                <a:latin typeface="Arial"/>
                <a:ea typeface="Arial"/>
                <a:cs typeface="Arial"/>
              </a:defRPr>
            </a:lvl8pPr>
            <a:lvl9pPr algn="l">
              <a:defRPr sz="2175" b="1">
                <a:solidFill>
                  <a:srgbClr val="BD9661"/>
                </a:solidFill>
                <a:latin typeface="Arial"/>
                <a:ea typeface="Arial"/>
                <a:cs typeface="Arial"/>
              </a:defRPr>
            </a:lvl9pPr>
          </a:lstStyle>
          <a:p>
            <a:pPr algn="l">
              <a:defRPr sz="2175" b="1">
                <a:solidFill>
                  <a:srgbClr val="BD9661"/>
                </a:solidFill>
                <a:latin typeface="Arial"/>
                <a:ea typeface="Arial"/>
                <a:cs typeface="Arial"/>
              </a:defRPr>
            </a:pPr>
            <a:r>
              <a:rPr sz="2175" b="1">
                <a:solidFill>
                  <a:srgbClr val="BD9661"/>
                </a:solidFill>
                <a:latin typeface="Arial"/>
                <a:ea typeface="Arial"/>
                <a:cs typeface="Arial"/>
              </a:rPr>
              <a:t>Guide muséal en réalité augmentée · Projet académique</a:t>
            </a:r>
          </a:p>
        </p:txBody>
      </p:sp>
      <p:sp>
        <p:nvSpPr>
          <p:cNvPr id="6" name="Mohamed Elgheith&#10;Étudiant à esprim">
            <a:extLst>
              <a:ext uri="{FF2B5EF4-FFF2-40B4-BE49-F238E27FC236}">
                <a16:creationId xmlns:a16="http://schemas.microsoft.com/office/drawing/2014/main" id="{46C13BC4-8031-4AF0-A2A1-6964153A8D74}"/>
              </a:ext>
            </a:extLst>
          </p:cNvPr>
          <p:cNvSpPr>
            <a:spLocks noGrp="1"/>
          </p:cNvSpPr>
          <p:nvPr/>
        </p:nvSpPr>
        <p:spPr>
          <a:xfrm>
            <a:off x="962025" y="7010400"/>
            <a:ext cx="8953500" cy="952500"/>
          </a:xfrm>
          <a:prstGeom prst="rect">
            <a:avLst/>
          </a:prstGeom>
          <a:noFill/>
          <a:ln w="0">
            <a:noFill/>
          </a:ln>
        </p:spPr>
        <p:txBody>
          <a:bodyPr wrap="square" lIns="0" tIns="0" rIns="0" bIns="0" anchor="t">
            <a:noAutofit/>
          </a:bodyPr>
          <a:lstStyle>
            <a:defPPr algn="l">
              <a:defRPr sz="2325" b="0">
                <a:solidFill>
                  <a:srgbClr val="F6F3EE"/>
                </a:solidFill>
                <a:latin typeface="Arial"/>
                <a:ea typeface="Arial"/>
                <a:cs typeface="Arial"/>
              </a:defRPr>
            </a:defPPr>
            <a:lvl1pPr algn="l">
              <a:defRPr sz="2325" b="0">
                <a:solidFill>
                  <a:srgbClr val="F6F3EE"/>
                </a:solidFill>
                <a:latin typeface="Arial"/>
                <a:ea typeface="Arial"/>
                <a:cs typeface="Arial"/>
              </a:defRPr>
            </a:lvl1pPr>
            <a:lvl2pPr algn="l">
              <a:defRPr sz="2325" b="0">
                <a:solidFill>
                  <a:srgbClr val="F6F3EE"/>
                </a:solidFill>
                <a:latin typeface="Arial"/>
                <a:ea typeface="Arial"/>
                <a:cs typeface="Arial"/>
              </a:defRPr>
            </a:lvl2pPr>
            <a:lvl3pPr algn="l">
              <a:defRPr sz="2325" b="0">
                <a:solidFill>
                  <a:srgbClr val="F6F3EE"/>
                </a:solidFill>
                <a:latin typeface="Arial"/>
                <a:ea typeface="Arial"/>
                <a:cs typeface="Arial"/>
              </a:defRPr>
            </a:lvl3pPr>
            <a:lvl4pPr algn="l">
              <a:defRPr sz="2325" b="0">
                <a:solidFill>
                  <a:srgbClr val="F6F3EE"/>
                </a:solidFill>
                <a:latin typeface="Arial"/>
                <a:ea typeface="Arial"/>
                <a:cs typeface="Arial"/>
              </a:defRPr>
            </a:lvl4pPr>
            <a:lvl5pPr algn="l">
              <a:defRPr sz="2325" b="0">
                <a:solidFill>
                  <a:srgbClr val="F6F3EE"/>
                </a:solidFill>
                <a:latin typeface="Arial"/>
                <a:ea typeface="Arial"/>
                <a:cs typeface="Arial"/>
              </a:defRPr>
            </a:lvl5pPr>
            <a:lvl6pPr algn="l">
              <a:defRPr sz="2325" b="0">
                <a:solidFill>
                  <a:srgbClr val="F6F3EE"/>
                </a:solidFill>
                <a:latin typeface="Arial"/>
                <a:ea typeface="Arial"/>
                <a:cs typeface="Arial"/>
              </a:defRPr>
            </a:lvl6pPr>
            <a:lvl7pPr algn="l">
              <a:defRPr sz="2325" b="0">
                <a:solidFill>
                  <a:srgbClr val="F6F3EE"/>
                </a:solidFill>
                <a:latin typeface="Arial"/>
                <a:ea typeface="Arial"/>
                <a:cs typeface="Arial"/>
              </a:defRPr>
            </a:lvl7pPr>
            <a:lvl8pPr algn="l">
              <a:defRPr sz="2325" b="0">
                <a:solidFill>
                  <a:srgbClr val="F6F3EE"/>
                </a:solidFill>
                <a:latin typeface="Arial"/>
                <a:ea typeface="Arial"/>
                <a:cs typeface="Arial"/>
              </a:defRPr>
            </a:lvl8pPr>
            <a:lvl9pPr algn="l">
              <a:defRPr sz="2325" b="0">
                <a:solidFill>
                  <a:srgbClr val="F6F3EE"/>
                </a:solidFill>
                <a:latin typeface="Arial"/>
                <a:ea typeface="Arial"/>
                <a:cs typeface="Arial"/>
              </a:defRPr>
            </a:lvl9pPr>
          </a:lstStyle>
          <a:p>
            <a:pPr algn="l">
              <a:defRPr sz="2325" b="0">
                <a:solidFill>
                  <a:srgbClr val="F6F3EE"/>
                </a:solidFill>
                <a:latin typeface="Arial"/>
                <a:ea typeface="Arial"/>
                <a:cs typeface="Arial"/>
              </a:defRPr>
            </a:pPr>
            <a:r>
              <a:rPr sz="2325" b="0">
                <a:solidFill>
                  <a:srgbClr val="F6F3EE"/>
                </a:solidFill>
                <a:latin typeface="Arial"/>
                <a:ea typeface="Arial"/>
                <a:cs typeface="Arial"/>
              </a:rPr>
              <a:t>Mohamed Elgheith</a:t>
            </a:r>
          </a:p>
          <a:p>
            <a:pPr algn="l">
              <a:defRPr sz="2325" b="0">
                <a:solidFill>
                  <a:srgbClr val="F6F3EE"/>
                </a:solidFill>
                <a:latin typeface="Arial"/>
                <a:ea typeface="Arial"/>
                <a:cs typeface="Arial"/>
              </a:defRPr>
            </a:pPr>
            <a:r>
              <a:rPr sz="2325" b="0">
                <a:solidFill>
                  <a:srgbClr val="F6F3EE"/>
                </a:solidFill>
                <a:latin typeface="Arial"/>
                <a:ea typeface="Arial"/>
                <a:cs typeface="Arial"/>
              </a:rPr>
              <a:t>Étudiant à esprim</a:t>
            </a:r>
          </a:p>
        </p:txBody>
      </p:sp>
    </p:spTree>
    <p:extLst>
      <p:ext uri="{BB962C8B-B14F-4D97-AF65-F5344CB8AC3E}">
        <p14:creationId xmlns:p14="http://schemas.microsoft.com/office/powerpoint/2010/main" val="3659188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0"/>
                      </p:stCondLst>
                      <p:childTnLst>
                        <p:par>
                          <p:cTn id="4" presetID="10" presetClass="entr" presetSubtype="0" fill="hold" nodeType="afterEffect">
                            <p:stCondLst>
                              <p:cond delay="150"/>
                            </p:stCondLst>
                            <p:childTnLst>
                              <p:set>
                                <p:cBhvr>
                                  <p:cTn id="5" dur="1" fill="hold">
                                    <p:stCondLst>
                                      <p:cond delay="0"/>
                                    </p:stCondLst>
                                  </p:cTn>
                                  <p:tgtEl>
                                    <p:spTgt spid="3"/>
                                  </p:tgtEl>
                                  <p:attrNameLst>
                                    <p:attrName>style.visibility</p:attrName>
                                  </p:attrNameLst>
                                </p:cBhvr>
                                <p:to>
                                  <p:strVal val="visible"/>
                                </p:to>
                              </p:set>
                              <p:animEffect transition="in" filter="fade">
                                <p:cBhvr>
                                  <p:cTn id="6" dur="350" fill="hold"/>
                                  <p:tgtEl>
                                    <p:spTgt spid="3"/>
                                  </p:tgtEl>
                                </p:cBhvr>
                              </p:animEffect>
                            </p:childTnLst>
                          </p:cTn>
                        </p:par>
                        <p:par>
                          <p:cTn id="7" presetID="10" presetClass="entr" presetSubtype="0" fill="hold" nodeType="afterEffect">
                            <p:stCondLst>
                              <p:cond delay="450"/>
                            </p:stCondLst>
                            <p:childTnLst>
                              <p:set>
                                <p:cBhvr>
                                  <p:cTn id="8" dur="1" fill="hold">
                                    <p:stCondLst>
                                      <p:cond delay="0"/>
                                    </p:stCondLst>
                                  </p:cTn>
                                  <p:tgtEl>
                                    <p:spTgt spid="4"/>
                                  </p:tgtEl>
                                  <p:attrNameLst>
                                    <p:attrName>style.visibility</p:attrName>
                                  </p:attrNameLst>
                                </p:cBhvr>
                                <p:to>
                                  <p:strVal val="visible"/>
                                </p:to>
                              </p:set>
                              <p:animEffect transition="in" filter="fade">
                                <p:cBhvr>
                                  <p:cTn id="9" dur="350" fill="hold"/>
                                  <p:tgtEl>
                                    <p:spTgt spid="4"/>
                                  </p:tgtEl>
                                </p:cBhvr>
                              </p:animEffect>
                            </p:childTnLst>
                          </p:cTn>
                        </p:par>
                        <p:par>
                          <p:cTn id="10" presetID="10" presetClass="entr" presetSubtype="0" fill="hold" nodeType="afterEffect">
                            <p:stCondLst>
                              <p:cond delay="75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350" fill="hold"/>
                                  <p:tgtEl>
                                    <p:spTgt spid="6"/>
                                  </p:tgtEl>
                                </p:cBhvr>
                              </p:animEffect>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6F3EE"/>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A1525A89-27C6-43C2-8367-B5CFC0B0F74B}"/>
              </a:ext>
            </a:extLst>
          </p:cNvPr>
          <p:cNvPicPr>
            <a:picLocks noChangeAspect="1"/>
          </p:cNvPicPr>
          <p:nvPr/>
        </p:nvPicPr>
        <p:blipFill>
          <a:blip r:embed="rId3"/>
          <a:srcRect t="20467" b="20467"/>
          <a:stretch>
            <a:fillRect/>
          </a:stretch>
        </p:blipFill>
        <p:spPr>
          <a:xfrm>
            <a:off x="0" y="0"/>
            <a:ext cx="8667750" cy="8572500"/>
          </a:xfrm>
          <a:prstGeom prst="rect">
            <a:avLst/>
          </a:prstGeom>
        </p:spPr>
      </p:pic>
      <p:sp>
        <p:nvSpPr>
          <p:cNvPr id="2" name="Comment lire&#10;cette pierre ?">
            <a:extLst>
              <a:ext uri="{FF2B5EF4-FFF2-40B4-BE49-F238E27FC236}">
                <a16:creationId xmlns:a16="http://schemas.microsoft.com/office/drawing/2014/main" id="{11EA466C-361D-4EBC-A1B8-F5A7026B8B64}"/>
              </a:ext>
            </a:extLst>
          </p:cNvPr>
          <p:cNvSpPr>
            <a:spLocks noGrp="1"/>
          </p:cNvSpPr>
          <p:nvPr/>
        </p:nvSpPr>
        <p:spPr>
          <a:xfrm>
            <a:off x="9477375" y="1476375"/>
            <a:ext cx="5143500" cy="2238375"/>
          </a:xfrm>
          <a:prstGeom prst="rect">
            <a:avLst/>
          </a:prstGeom>
          <a:noFill/>
          <a:ln w="0">
            <a:noFill/>
          </a:ln>
        </p:spPr>
        <p:txBody>
          <a:bodyPr wrap="square" lIns="0" tIns="0" rIns="0" bIns="0" anchor="t">
            <a:noAutofit/>
          </a:bodyPr>
          <a:lstStyle>
            <a:defPPr algn="l">
              <a:defRPr sz="5100" b="0">
                <a:solidFill>
                  <a:srgbClr val="203A32"/>
                </a:solidFill>
                <a:latin typeface="Georgia"/>
                <a:ea typeface="Georgia"/>
                <a:cs typeface="Georgia"/>
              </a:defRPr>
            </a:defPPr>
            <a:lvl1pPr algn="l">
              <a:defRPr sz="5100" b="0">
                <a:solidFill>
                  <a:srgbClr val="203A32"/>
                </a:solidFill>
                <a:latin typeface="Georgia"/>
                <a:ea typeface="Georgia"/>
                <a:cs typeface="Georgia"/>
              </a:defRPr>
            </a:lvl1pPr>
            <a:lvl2pPr algn="l">
              <a:defRPr sz="5100" b="0">
                <a:solidFill>
                  <a:srgbClr val="203A32"/>
                </a:solidFill>
                <a:latin typeface="Georgia"/>
                <a:ea typeface="Georgia"/>
                <a:cs typeface="Georgia"/>
              </a:defRPr>
            </a:lvl2pPr>
            <a:lvl3pPr algn="l">
              <a:defRPr sz="5100" b="0">
                <a:solidFill>
                  <a:srgbClr val="203A32"/>
                </a:solidFill>
                <a:latin typeface="Georgia"/>
                <a:ea typeface="Georgia"/>
                <a:cs typeface="Georgia"/>
              </a:defRPr>
            </a:lvl3pPr>
            <a:lvl4pPr algn="l">
              <a:defRPr sz="5100" b="0">
                <a:solidFill>
                  <a:srgbClr val="203A32"/>
                </a:solidFill>
                <a:latin typeface="Georgia"/>
                <a:ea typeface="Georgia"/>
                <a:cs typeface="Georgia"/>
              </a:defRPr>
            </a:lvl4pPr>
            <a:lvl5pPr algn="l">
              <a:defRPr sz="5100" b="0">
                <a:solidFill>
                  <a:srgbClr val="203A32"/>
                </a:solidFill>
                <a:latin typeface="Georgia"/>
                <a:ea typeface="Georgia"/>
                <a:cs typeface="Georgia"/>
              </a:defRPr>
            </a:lvl5pPr>
            <a:lvl6pPr algn="l">
              <a:defRPr sz="5100" b="0">
                <a:solidFill>
                  <a:srgbClr val="203A32"/>
                </a:solidFill>
                <a:latin typeface="Georgia"/>
                <a:ea typeface="Georgia"/>
                <a:cs typeface="Georgia"/>
              </a:defRPr>
            </a:lvl6pPr>
            <a:lvl7pPr algn="l">
              <a:defRPr sz="5100" b="0">
                <a:solidFill>
                  <a:srgbClr val="203A32"/>
                </a:solidFill>
                <a:latin typeface="Georgia"/>
                <a:ea typeface="Georgia"/>
                <a:cs typeface="Georgia"/>
              </a:defRPr>
            </a:lvl7pPr>
            <a:lvl8pPr algn="l">
              <a:defRPr sz="5100" b="0">
                <a:solidFill>
                  <a:srgbClr val="203A32"/>
                </a:solidFill>
                <a:latin typeface="Georgia"/>
                <a:ea typeface="Georgia"/>
                <a:cs typeface="Georgia"/>
              </a:defRPr>
            </a:lvl8pPr>
            <a:lvl9pPr algn="l">
              <a:defRPr sz="5100" b="0">
                <a:solidFill>
                  <a:srgbClr val="203A32"/>
                </a:solidFill>
                <a:latin typeface="Georgia"/>
                <a:ea typeface="Georgia"/>
                <a:cs typeface="Georgia"/>
              </a:defRPr>
            </a:lvl9pPr>
          </a:lstStyle>
          <a:p>
            <a:pPr algn="l">
              <a:defRPr sz="5100" b="0">
                <a:solidFill>
                  <a:srgbClr val="203A32"/>
                </a:solidFill>
                <a:latin typeface="Georgia"/>
                <a:ea typeface="Georgia"/>
                <a:cs typeface="Georgia"/>
              </a:defRPr>
            </a:pPr>
            <a:r>
              <a:rPr sz="5100" b="0">
                <a:solidFill>
                  <a:srgbClr val="203A32"/>
                </a:solidFill>
                <a:latin typeface="Georgia"/>
                <a:ea typeface="Georgia"/>
                <a:cs typeface="Georgia"/>
              </a:rPr>
              <a:t>Comment lire</a:t>
            </a:r>
          </a:p>
          <a:p>
            <a:pPr algn="l">
              <a:defRPr sz="5100" b="0">
                <a:solidFill>
                  <a:srgbClr val="203A32"/>
                </a:solidFill>
                <a:latin typeface="Georgia"/>
                <a:ea typeface="Georgia"/>
                <a:cs typeface="Georgia"/>
              </a:defRPr>
            </a:pPr>
            <a:r>
              <a:rPr sz="5100" b="0">
                <a:solidFill>
                  <a:srgbClr val="203A32"/>
                </a:solidFill>
                <a:latin typeface="Georgia"/>
                <a:ea typeface="Georgia"/>
                <a:cs typeface="Georgia"/>
              </a:rPr>
              <a:t>cette pierre ?</a:t>
            </a:r>
          </a:p>
        </p:txBody>
      </p:sp>
      <p:sp>
        <p:nvSpPr>
          <p:cNvPr id="3" name="Le visiteur a besoin d’un récit&#10;et d’un moyen d’expl">
            <a:extLst>
              <a:ext uri="{FF2B5EF4-FFF2-40B4-BE49-F238E27FC236}">
                <a16:creationId xmlns:a16="http://schemas.microsoft.com/office/drawing/2014/main" id="{6A574C6B-5CB6-4BDB-9401-A6BBBBD1EDD3}"/>
              </a:ext>
            </a:extLst>
          </p:cNvPr>
          <p:cNvSpPr>
            <a:spLocks noGrp="1"/>
          </p:cNvSpPr>
          <p:nvPr/>
        </p:nvSpPr>
        <p:spPr>
          <a:xfrm>
            <a:off x="9525000" y="4619625"/>
            <a:ext cx="4857750" cy="1714500"/>
          </a:xfrm>
          <a:prstGeom prst="rect">
            <a:avLst/>
          </a:prstGeom>
          <a:noFill/>
          <a:ln w="0">
            <a:noFill/>
          </a:ln>
        </p:spPr>
        <p:txBody>
          <a:bodyPr wrap="square" lIns="0" tIns="0" rIns="0" bIns="0" anchor="t">
            <a:noAutofit/>
          </a:bodyPr>
          <a:lstStyle>
            <a:defPPr algn="l">
              <a:defRPr sz="2625" b="0">
                <a:solidFill>
                  <a:srgbClr val="637169"/>
                </a:solidFill>
                <a:latin typeface="Arial"/>
                <a:ea typeface="Arial"/>
                <a:cs typeface="Arial"/>
              </a:defRPr>
            </a:defPPr>
            <a:lvl1pPr algn="l">
              <a:defRPr sz="2625" b="0">
                <a:solidFill>
                  <a:srgbClr val="637169"/>
                </a:solidFill>
                <a:latin typeface="Arial"/>
                <a:ea typeface="Arial"/>
                <a:cs typeface="Arial"/>
              </a:defRPr>
            </a:lvl1pPr>
            <a:lvl2pPr algn="l">
              <a:defRPr sz="2625" b="0">
                <a:solidFill>
                  <a:srgbClr val="637169"/>
                </a:solidFill>
                <a:latin typeface="Arial"/>
                <a:ea typeface="Arial"/>
                <a:cs typeface="Arial"/>
              </a:defRPr>
            </a:lvl2pPr>
            <a:lvl3pPr algn="l">
              <a:defRPr sz="2625" b="0">
                <a:solidFill>
                  <a:srgbClr val="637169"/>
                </a:solidFill>
                <a:latin typeface="Arial"/>
                <a:ea typeface="Arial"/>
                <a:cs typeface="Arial"/>
              </a:defRPr>
            </a:lvl3pPr>
            <a:lvl4pPr algn="l">
              <a:defRPr sz="2625" b="0">
                <a:solidFill>
                  <a:srgbClr val="637169"/>
                </a:solidFill>
                <a:latin typeface="Arial"/>
                <a:ea typeface="Arial"/>
                <a:cs typeface="Arial"/>
              </a:defRPr>
            </a:lvl4pPr>
            <a:lvl5pPr algn="l">
              <a:defRPr sz="2625" b="0">
                <a:solidFill>
                  <a:srgbClr val="637169"/>
                </a:solidFill>
                <a:latin typeface="Arial"/>
                <a:ea typeface="Arial"/>
                <a:cs typeface="Arial"/>
              </a:defRPr>
            </a:lvl5pPr>
            <a:lvl6pPr algn="l">
              <a:defRPr sz="2625" b="0">
                <a:solidFill>
                  <a:srgbClr val="637169"/>
                </a:solidFill>
                <a:latin typeface="Arial"/>
                <a:ea typeface="Arial"/>
                <a:cs typeface="Arial"/>
              </a:defRPr>
            </a:lvl6pPr>
            <a:lvl7pPr algn="l">
              <a:defRPr sz="2625" b="0">
                <a:solidFill>
                  <a:srgbClr val="637169"/>
                </a:solidFill>
                <a:latin typeface="Arial"/>
                <a:ea typeface="Arial"/>
                <a:cs typeface="Arial"/>
              </a:defRPr>
            </a:lvl7pPr>
            <a:lvl8pPr algn="l">
              <a:defRPr sz="2625" b="0">
                <a:solidFill>
                  <a:srgbClr val="637169"/>
                </a:solidFill>
                <a:latin typeface="Arial"/>
                <a:ea typeface="Arial"/>
                <a:cs typeface="Arial"/>
              </a:defRPr>
            </a:lvl8pPr>
            <a:lvl9pPr algn="l">
              <a:defRPr sz="2625" b="0">
                <a:solidFill>
                  <a:srgbClr val="637169"/>
                </a:solidFill>
                <a:latin typeface="Arial"/>
                <a:ea typeface="Arial"/>
                <a:cs typeface="Arial"/>
              </a:defRPr>
            </a:lvl9pPr>
          </a:lstStyle>
          <a:p>
            <a:pPr algn="l">
              <a:defRPr sz="2625" b="0">
                <a:solidFill>
                  <a:srgbClr val="637169"/>
                </a:solidFill>
                <a:latin typeface="Arial"/>
                <a:ea typeface="Arial"/>
                <a:cs typeface="Arial"/>
              </a:defRPr>
            </a:pPr>
            <a:r>
              <a:rPr sz="2625" b="0">
                <a:solidFill>
                  <a:srgbClr val="637169"/>
                </a:solidFill>
                <a:latin typeface="Arial"/>
                <a:ea typeface="Arial"/>
                <a:cs typeface="Arial"/>
              </a:rPr>
              <a:t>Le visiteur a besoin d’un récit</a:t>
            </a:r>
          </a:p>
          <a:p>
            <a:pPr algn="l">
              <a:defRPr sz="2625" b="0">
                <a:solidFill>
                  <a:srgbClr val="637169"/>
                </a:solidFill>
                <a:latin typeface="Arial"/>
                <a:ea typeface="Arial"/>
                <a:cs typeface="Arial"/>
              </a:defRPr>
            </a:pPr>
            <a:r>
              <a:rPr sz="2625" b="0">
                <a:solidFill>
                  <a:srgbClr val="637169"/>
                </a:solidFill>
                <a:latin typeface="Arial"/>
                <a:ea typeface="Arial"/>
                <a:cs typeface="Arial"/>
              </a:rPr>
              <a:t>et d’un moyen d’explorer</a:t>
            </a:r>
          </a:p>
          <a:p>
            <a:pPr algn="l">
              <a:defRPr sz="2625" b="0">
                <a:solidFill>
                  <a:srgbClr val="637169"/>
                </a:solidFill>
                <a:latin typeface="Arial"/>
                <a:ea typeface="Arial"/>
                <a:cs typeface="Arial"/>
              </a:defRPr>
            </a:pPr>
            <a:r>
              <a:rPr sz="2625" b="0">
                <a:solidFill>
                  <a:srgbClr val="637169"/>
                </a:solidFill>
                <a:latin typeface="Arial"/>
                <a:ea typeface="Arial"/>
                <a:cs typeface="Arial"/>
              </a:rPr>
              <a:t>les détails de l’œuvre.</a:t>
            </a:r>
          </a:p>
        </p:txBody>
      </p:sp>
      <p:sp>
        <p:nvSpPr>
          <p:cNvPr id="4" name="Pierre de Rosette · EA24">
            <a:extLst>
              <a:ext uri="{FF2B5EF4-FFF2-40B4-BE49-F238E27FC236}">
                <a16:creationId xmlns:a16="http://schemas.microsoft.com/office/drawing/2014/main" id="{5B5A77A2-DA89-4E71-AD71-F09159852B6B}"/>
              </a:ext>
            </a:extLst>
          </p:cNvPr>
          <p:cNvSpPr>
            <a:spLocks noGrp="1"/>
          </p:cNvSpPr>
          <p:nvPr/>
        </p:nvSpPr>
        <p:spPr>
          <a:xfrm>
            <a:off x="9525000" y="7286625"/>
            <a:ext cx="4857750" cy="457200"/>
          </a:xfrm>
          <a:prstGeom prst="rect">
            <a:avLst/>
          </a:prstGeom>
          <a:noFill/>
          <a:ln w="0">
            <a:noFill/>
          </a:ln>
        </p:spPr>
        <p:txBody>
          <a:bodyPr wrap="square" lIns="0" tIns="0" rIns="0" bIns="0" anchor="t">
            <a:noAutofit/>
          </a:bodyPr>
          <a:lstStyle>
            <a:defPPr algn="l">
              <a:defRPr sz="1950" b="1">
                <a:solidFill>
                  <a:srgbClr val="BD9661"/>
                </a:solidFill>
                <a:latin typeface="Arial"/>
                <a:ea typeface="Arial"/>
                <a:cs typeface="Arial"/>
              </a:defRPr>
            </a:defPPr>
            <a:lvl1pPr algn="l">
              <a:defRPr sz="1950" b="1">
                <a:solidFill>
                  <a:srgbClr val="BD9661"/>
                </a:solidFill>
                <a:latin typeface="Arial"/>
                <a:ea typeface="Arial"/>
                <a:cs typeface="Arial"/>
              </a:defRPr>
            </a:lvl1pPr>
            <a:lvl2pPr algn="l">
              <a:defRPr sz="1950" b="1">
                <a:solidFill>
                  <a:srgbClr val="BD9661"/>
                </a:solidFill>
                <a:latin typeface="Arial"/>
                <a:ea typeface="Arial"/>
                <a:cs typeface="Arial"/>
              </a:defRPr>
            </a:lvl2pPr>
            <a:lvl3pPr algn="l">
              <a:defRPr sz="1950" b="1">
                <a:solidFill>
                  <a:srgbClr val="BD9661"/>
                </a:solidFill>
                <a:latin typeface="Arial"/>
                <a:ea typeface="Arial"/>
                <a:cs typeface="Arial"/>
              </a:defRPr>
            </a:lvl3pPr>
            <a:lvl4pPr algn="l">
              <a:defRPr sz="1950" b="1">
                <a:solidFill>
                  <a:srgbClr val="BD9661"/>
                </a:solidFill>
                <a:latin typeface="Arial"/>
                <a:ea typeface="Arial"/>
                <a:cs typeface="Arial"/>
              </a:defRPr>
            </a:lvl4pPr>
            <a:lvl5pPr algn="l">
              <a:defRPr sz="1950" b="1">
                <a:solidFill>
                  <a:srgbClr val="BD9661"/>
                </a:solidFill>
                <a:latin typeface="Arial"/>
                <a:ea typeface="Arial"/>
                <a:cs typeface="Arial"/>
              </a:defRPr>
            </a:lvl5pPr>
            <a:lvl6pPr algn="l">
              <a:defRPr sz="1950" b="1">
                <a:solidFill>
                  <a:srgbClr val="BD9661"/>
                </a:solidFill>
                <a:latin typeface="Arial"/>
                <a:ea typeface="Arial"/>
                <a:cs typeface="Arial"/>
              </a:defRPr>
            </a:lvl6pPr>
            <a:lvl7pPr algn="l">
              <a:defRPr sz="1950" b="1">
                <a:solidFill>
                  <a:srgbClr val="BD9661"/>
                </a:solidFill>
                <a:latin typeface="Arial"/>
                <a:ea typeface="Arial"/>
                <a:cs typeface="Arial"/>
              </a:defRPr>
            </a:lvl7pPr>
            <a:lvl8pPr algn="l">
              <a:defRPr sz="1950" b="1">
                <a:solidFill>
                  <a:srgbClr val="BD9661"/>
                </a:solidFill>
                <a:latin typeface="Arial"/>
                <a:ea typeface="Arial"/>
                <a:cs typeface="Arial"/>
              </a:defRPr>
            </a:lvl8pPr>
            <a:lvl9pPr algn="l">
              <a:defRPr sz="1950" b="1">
                <a:solidFill>
                  <a:srgbClr val="BD9661"/>
                </a:solidFill>
                <a:latin typeface="Arial"/>
                <a:ea typeface="Arial"/>
                <a:cs typeface="Arial"/>
              </a:defRPr>
            </a:lvl9pPr>
          </a:lstStyle>
          <a:p>
            <a:pPr algn="l">
              <a:defRPr sz="1950" b="1">
                <a:solidFill>
                  <a:srgbClr val="BD9661"/>
                </a:solidFill>
                <a:latin typeface="Arial"/>
                <a:ea typeface="Arial"/>
                <a:cs typeface="Arial"/>
              </a:defRPr>
            </a:pPr>
            <a:r>
              <a:rPr sz="1950" b="1">
                <a:solidFill>
                  <a:srgbClr val="BD9661"/>
                </a:solidFill>
                <a:latin typeface="Arial"/>
                <a:ea typeface="Arial"/>
                <a:cs typeface="Arial"/>
              </a:rPr>
              <a:t>Pierre de Rosette · EA24</a:t>
            </a:r>
          </a:p>
        </p:txBody>
      </p:sp>
      <p:sp>
        <p:nvSpPr>
          <p:cNvPr id="5" name="02">
            <a:extLst>
              <a:ext uri="{FF2B5EF4-FFF2-40B4-BE49-F238E27FC236}">
                <a16:creationId xmlns:a16="http://schemas.microsoft.com/office/drawing/2014/main" id="{F5428669-1E0C-48A3-9390-D4E4DE206DAE}"/>
              </a:ext>
            </a:extLst>
          </p:cNvPr>
          <p:cNvSpPr>
            <a:spLocks noGrp="1"/>
          </p:cNvSpPr>
          <p:nvPr/>
        </p:nvSpPr>
        <p:spPr>
          <a:xfrm>
            <a:off x="14001750" y="8039100"/>
            <a:ext cx="523875" cy="285750"/>
          </a:xfrm>
          <a:prstGeom prst="rect">
            <a:avLst/>
          </a:prstGeom>
          <a:noFill/>
          <a:ln w="0">
            <a:noFill/>
          </a:ln>
        </p:spPr>
        <p:txBody>
          <a:bodyPr wrap="square" lIns="0" tIns="0" rIns="0" bIns="0" anchor="t">
            <a:noAutofit/>
          </a:bodyPr>
          <a:lstStyle>
            <a:defPPr algn="r">
              <a:defRPr sz="1575" b="0">
                <a:solidFill>
                  <a:srgbClr val="637169"/>
                </a:solidFill>
                <a:latin typeface="Arial"/>
                <a:ea typeface="Arial"/>
                <a:cs typeface="Arial"/>
              </a:defRPr>
            </a:defPPr>
            <a:lvl1pPr algn="r">
              <a:defRPr sz="1575" b="0">
                <a:solidFill>
                  <a:srgbClr val="637169"/>
                </a:solidFill>
                <a:latin typeface="Arial"/>
                <a:ea typeface="Arial"/>
                <a:cs typeface="Arial"/>
              </a:defRPr>
            </a:lvl1pPr>
            <a:lvl2pPr algn="r">
              <a:defRPr sz="1575" b="0">
                <a:solidFill>
                  <a:srgbClr val="637169"/>
                </a:solidFill>
                <a:latin typeface="Arial"/>
                <a:ea typeface="Arial"/>
                <a:cs typeface="Arial"/>
              </a:defRPr>
            </a:lvl2pPr>
            <a:lvl3pPr algn="r">
              <a:defRPr sz="1575" b="0">
                <a:solidFill>
                  <a:srgbClr val="637169"/>
                </a:solidFill>
                <a:latin typeface="Arial"/>
                <a:ea typeface="Arial"/>
                <a:cs typeface="Arial"/>
              </a:defRPr>
            </a:lvl3pPr>
            <a:lvl4pPr algn="r">
              <a:defRPr sz="1575" b="0">
                <a:solidFill>
                  <a:srgbClr val="637169"/>
                </a:solidFill>
                <a:latin typeface="Arial"/>
                <a:ea typeface="Arial"/>
                <a:cs typeface="Arial"/>
              </a:defRPr>
            </a:lvl4pPr>
            <a:lvl5pPr algn="r">
              <a:defRPr sz="1575" b="0">
                <a:solidFill>
                  <a:srgbClr val="637169"/>
                </a:solidFill>
                <a:latin typeface="Arial"/>
                <a:ea typeface="Arial"/>
                <a:cs typeface="Arial"/>
              </a:defRPr>
            </a:lvl5pPr>
            <a:lvl6pPr algn="r">
              <a:defRPr sz="1575" b="0">
                <a:solidFill>
                  <a:srgbClr val="637169"/>
                </a:solidFill>
                <a:latin typeface="Arial"/>
                <a:ea typeface="Arial"/>
                <a:cs typeface="Arial"/>
              </a:defRPr>
            </a:lvl6pPr>
            <a:lvl7pPr algn="r">
              <a:defRPr sz="1575" b="0">
                <a:solidFill>
                  <a:srgbClr val="637169"/>
                </a:solidFill>
                <a:latin typeface="Arial"/>
                <a:ea typeface="Arial"/>
                <a:cs typeface="Arial"/>
              </a:defRPr>
            </a:lvl7pPr>
            <a:lvl8pPr algn="r">
              <a:defRPr sz="1575" b="0">
                <a:solidFill>
                  <a:srgbClr val="637169"/>
                </a:solidFill>
                <a:latin typeface="Arial"/>
                <a:ea typeface="Arial"/>
                <a:cs typeface="Arial"/>
              </a:defRPr>
            </a:lvl8pPr>
            <a:lvl9pPr algn="r">
              <a:defRPr sz="1575" b="0">
                <a:solidFill>
                  <a:srgbClr val="637169"/>
                </a:solidFill>
                <a:latin typeface="Arial"/>
                <a:ea typeface="Arial"/>
                <a:cs typeface="Arial"/>
              </a:defRPr>
            </a:lvl9pPr>
          </a:lstStyle>
          <a:p>
            <a:pPr algn="r">
              <a:defRPr sz="1575" b="0">
                <a:solidFill>
                  <a:srgbClr val="637169"/>
                </a:solidFill>
                <a:latin typeface="Arial"/>
                <a:ea typeface="Arial"/>
                <a:cs typeface="Arial"/>
              </a:defRPr>
            </a:pPr>
            <a:r>
              <a:rPr sz="1575" b="0">
                <a:solidFill>
                  <a:srgbClr val="637169"/>
                </a:solidFill>
                <a:latin typeface="Arial"/>
                <a:ea typeface="Arial"/>
                <a:cs typeface="Arial"/>
              </a:rPr>
              <a:t>02</a:t>
            </a:r>
          </a:p>
        </p:txBody>
      </p:sp>
    </p:spTree>
    <p:extLst>
      <p:ext uri="{BB962C8B-B14F-4D97-AF65-F5344CB8AC3E}">
        <p14:creationId xmlns:p14="http://schemas.microsoft.com/office/powerpoint/2010/main" val="81095699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0"/>
                      </p:stCondLst>
                      <p:childTnLst>
                        <p:par>
                          <p:cTn id="4" presetID="10" presetClass="entr" presetSubtype="0" fill="hold" nodeType="afterEffect">
                            <p:stCondLst>
                              <p:cond delay="150"/>
                            </p:stCondLst>
                            <p:childTnLst>
                              <p:set>
                                <p:cBhvr>
                                  <p:cTn id="5" dur="1" fill="hold">
                                    <p:stCondLst>
                                      <p:cond delay="0"/>
                                    </p:stCondLst>
                                  </p:cTn>
                                  <p:tgtEl>
                                    <p:spTgt spid="2"/>
                                  </p:tgtEl>
                                  <p:attrNameLst>
                                    <p:attrName>style.visibility</p:attrName>
                                  </p:attrNameLst>
                                </p:cBhvr>
                                <p:to>
                                  <p:strVal val="visible"/>
                                </p:to>
                              </p:set>
                              <p:animEffect transition="in" filter="fade">
                                <p:cBhvr>
                                  <p:cTn id="6" dur="350" fill="hold"/>
                                  <p:tgtEl>
                                    <p:spTgt spid="2"/>
                                  </p:tgtEl>
                                </p:cBhvr>
                              </p:animEffect>
                            </p:childTnLst>
                          </p:cTn>
                        </p:par>
                        <p:par>
                          <p:cTn id="7" presetID="10" presetClass="entr" presetSubtype="0" fill="hold" nodeType="afterEffect">
                            <p:stCondLst>
                              <p:cond delay="450"/>
                            </p:stCondLst>
                            <p:childTnLst>
                              <p:set>
                                <p:cBhvr>
                                  <p:cTn id="8" dur="1" fill="hold">
                                    <p:stCondLst>
                                      <p:cond delay="0"/>
                                    </p:stCondLst>
                                  </p:cTn>
                                  <p:tgtEl>
                                    <p:spTgt spid="3"/>
                                  </p:tgtEl>
                                  <p:attrNameLst>
                                    <p:attrName>style.visibility</p:attrName>
                                  </p:attrNameLst>
                                </p:cBhvr>
                                <p:to>
                                  <p:strVal val="visible"/>
                                </p:to>
                              </p:set>
                              <p:animEffect transition="in" filter="fade">
                                <p:cBhvr>
                                  <p:cTn id="9" dur="350" fill="hold"/>
                                  <p:tgtEl>
                                    <p:spTgt spid="3"/>
                                  </p:tgtEl>
                                </p:cBhvr>
                              </p:animEffect>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203A32"/>
        </a:solidFill>
        <a:effectLst/>
      </p:bgPr>
    </p:bg>
    <p:spTree>
      <p:nvGrpSpPr>
        <p:cNvPr id="1" name=""/>
        <p:cNvGrpSpPr/>
        <p:nvPr/>
      </p:nvGrpSpPr>
      <p:grpSpPr>
        <a:xfrm>
          <a:off x="0" y="0"/>
          <a:ext cx="0" cy="0"/>
          <a:chOff x="0" y="0"/>
          <a:chExt cx="0" cy="0"/>
        </a:xfrm>
      </p:grpSpPr>
      <p:sp>
        <p:nvSpPr>
          <p:cNvPr id="7" name="Une fiche ouvre plusieurs façons de découvrir l’œuvr">
            <a:extLst>
              <a:ext uri="{FF2B5EF4-FFF2-40B4-BE49-F238E27FC236}">
                <a16:creationId xmlns:a16="http://schemas.microsoft.com/office/drawing/2014/main" id="{F6B1DB5D-D4B5-42D5-A74D-7A989167BD64}"/>
              </a:ext>
            </a:extLst>
          </p:cNvPr>
          <p:cNvSpPr>
            <a:spLocks noGrp="1"/>
          </p:cNvSpPr>
          <p:nvPr/>
        </p:nvSpPr>
        <p:spPr>
          <a:xfrm>
            <a:off x="809625" y="514350"/>
            <a:ext cx="13620750" cy="1047750"/>
          </a:xfrm>
          <a:prstGeom prst="rect">
            <a:avLst/>
          </a:prstGeom>
          <a:noFill/>
          <a:ln w="0">
            <a:noFill/>
          </a:ln>
        </p:spPr>
        <p:txBody>
          <a:bodyPr wrap="square" lIns="0" tIns="0" rIns="0" bIns="0" anchor="t">
            <a:noAutofit/>
          </a:bodyPr>
          <a:lstStyle>
            <a:defPPr algn="l">
              <a:defRPr sz="3825" b="0">
                <a:solidFill>
                  <a:srgbClr val="F6F3EE"/>
                </a:solidFill>
                <a:latin typeface="Georgia"/>
                <a:ea typeface="Georgia"/>
                <a:cs typeface="Georgia"/>
              </a:defRPr>
            </a:defPPr>
            <a:lvl1pPr algn="l">
              <a:defRPr sz="3825" b="0">
                <a:solidFill>
                  <a:srgbClr val="F6F3EE"/>
                </a:solidFill>
                <a:latin typeface="Georgia"/>
                <a:ea typeface="Georgia"/>
                <a:cs typeface="Georgia"/>
              </a:defRPr>
            </a:lvl1pPr>
            <a:lvl2pPr algn="l">
              <a:defRPr sz="3825" b="0">
                <a:solidFill>
                  <a:srgbClr val="F6F3EE"/>
                </a:solidFill>
                <a:latin typeface="Georgia"/>
                <a:ea typeface="Georgia"/>
                <a:cs typeface="Georgia"/>
              </a:defRPr>
            </a:lvl2pPr>
            <a:lvl3pPr algn="l">
              <a:defRPr sz="3825" b="0">
                <a:solidFill>
                  <a:srgbClr val="F6F3EE"/>
                </a:solidFill>
                <a:latin typeface="Georgia"/>
                <a:ea typeface="Georgia"/>
                <a:cs typeface="Georgia"/>
              </a:defRPr>
            </a:lvl3pPr>
            <a:lvl4pPr algn="l">
              <a:defRPr sz="3825" b="0">
                <a:solidFill>
                  <a:srgbClr val="F6F3EE"/>
                </a:solidFill>
                <a:latin typeface="Georgia"/>
                <a:ea typeface="Georgia"/>
                <a:cs typeface="Georgia"/>
              </a:defRPr>
            </a:lvl4pPr>
            <a:lvl5pPr algn="l">
              <a:defRPr sz="3825" b="0">
                <a:solidFill>
                  <a:srgbClr val="F6F3EE"/>
                </a:solidFill>
                <a:latin typeface="Georgia"/>
                <a:ea typeface="Georgia"/>
                <a:cs typeface="Georgia"/>
              </a:defRPr>
            </a:lvl5pPr>
            <a:lvl6pPr algn="l">
              <a:defRPr sz="3825" b="0">
                <a:solidFill>
                  <a:srgbClr val="F6F3EE"/>
                </a:solidFill>
                <a:latin typeface="Georgia"/>
                <a:ea typeface="Georgia"/>
                <a:cs typeface="Georgia"/>
              </a:defRPr>
            </a:lvl6pPr>
            <a:lvl7pPr algn="l">
              <a:defRPr sz="3825" b="0">
                <a:solidFill>
                  <a:srgbClr val="F6F3EE"/>
                </a:solidFill>
                <a:latin typeface="Georgia"/>
                <a:ea typeface="Georgia"/>
                <a:cs typeface="Georgia"/>
              </a:defRPr>
            </a:lvl7pPr>
            <a:lvl8pPr algn="l">
              <a:defRPr sz="3825" b="0">
                <a:solidFill>
                  <a:srgbClr val="F6F3EE"/>
                </a:solidFill>
                <a:latin typeface="Georgia"/>
                <a:ea typeface="Georgia"/>
                <a:cs typeface="Georgia"/>
              </a:defRPr>
            </a:lvl8pPr>
            <a:lvl9pPr algn="l">
              <a:defRPr sz="3825" b="0">
                <a:solidFill>
                  <a:srgbClr val="F6F3EE"/>
                </a:solidFill>
                <a:latin typeface="Georgia"/>
                <a:ea typeface="Georgia"/>
                <a:cs typeface="Georgia"/>
              </a:defRPr>
            </a:lvl9pPr>
          </a:lstStyle>
          <a:p>
            <a:pPr algn="l">
              <a:defRPr sz="3825" b="0">
                <a:solidFill>
                  <a:srgbClr val="F6F3EE"/>
                </a:solidFill>
                <a:latin typeface="Georgia"/>
                <a:ea typeface="Georgia"/>
                <a:cs typeface="Georgia"/>
              </a:defRPr>
            </a:pPr>
            <a:r>
              <a:rPr sz="3825" b="0">
                <a:solidFill>
                  <a:srgbClr val="F6F3EE"/>
                </a:solidFill>
                <a:latin typeface="Georgia"/>
                <a:ea typeface="Georgia"/>
                <a:cs typeface="Georgia"/>
              </a:rPr>
              <a:t>Une fiche ouvre plusieurs façons de découvrir l’œuvre</a:t>
            </a:r>
          </a:p>
        </p:txBody>
      </p:sp>
      <p:pic>
        <p:nvPicPr>
          <p:cNvPr id="2" name="Picture 1">
            <a:extLst>
              <a:ext uri="{FF2B5EF4-FFF2-40B4-BE49-F238E27FC236}">
                <a16:creationId xmlns:a16="http://schemas.microsoft.com/office/drawing/2014/main" id="{2927DD8A-E824-4FEF-B04A-39F548304A9A}"/>
              </a:ext>
            </a:extLst>
          </p:cNvPr>
          <p:cNvPicPr>
            <a:picLocks noChangeAspect="1"/>
          </p:cNvPicPr>
          <p:nvPr/>
        </p:nvPicPr>
        <p:blipFill>
          <a:blip r:embed="rId3"/>
          <a:stretch/>
        </p:blipFill>
        <p:spPr>
          <a:xfrm>
            <a:off x="1282656" y="1762125"/>
            <a:ext cx="2482939" cy="5381625"/>
          </a:xfrm>
          <a:prstGeom prst="rect">
            <a:avLst/>
          </a:prstGeom>
        </p:spPr>
      </p:pic>
      <p:pic>
        <p:nvPicPr>
          <p:cNvPr id="3" name="Picture 2">
            <a:extLst>
              <a:ext uri="{FF2B5EF4-FFF2-40B4-BE49-F238E27FC236}">
                <a16:creationId xmlns:a16="http://schemas.microsoft.com/office/drawing/2014/main" id="{E403EB97-2D58-46D8-85CA-A2CBE9D46C51}"/>
              </a:ext>
            </a:extLst>
          </p:cNvPr>
          <p:cNvPicPr>
            <a:picLocks noChangeAspect="1"/>
          </p:cNvPicPr>
          <p:nvPr/>
        </p:nvPicPr>
        <p:blipFill>
          <a:blip r:embed="rId4"/>
          <a:stretch/>
        </p:blipFill>
        <p:spPr>
          <a:xfrm>
            <a:off x="6378531" y="1762125"/>
            <a:ext cx="2482939" cy="5381625"/>
          </a:xfrm>
          <a:prstGeom prst="rect">
            <a:avLst/>
          </a:prstGeom>
        </p:spPr>
      </p:pic>
      <p:pic>
        <p:nvPicPr>
          <p:cNvPr id="4" name="Picture 3">
            <a:extLst>
              <a:ext uri="{FF2B5EF4-FFF2-40B4-BE49-F238E27FC236}">
                <a16:creationId xmlns:a16="http://schemas.microsoft.com/office/drawing/2014/main" id="{E6324F18-DFC4-402F-BD89-2F0E6B06C1D4}"/>
              </a:ext>
            </a:extLst>
          </p:cNvPr>
          <p:cNvPicPr>
            <a:picLocks noChangeAspect="1"/>
          </p:cNvPicPr>
          <p:nvPr/>
        </p:nvPicPr>
        <p:blipFill>
          <a:blip r:embed="rId5"/>
          <a:stretch/>
        </p:blipFill>
        <p:spPr>
          <a:xfrm>
            <a:off x="11474406" y="1762125"/>
            <a:ext cx="2482939" cy="5381625"/>
          </a:xfrm>
          <a:prstGeom prst="rect">
            <a:avLst/>
          </a:prstGeom>
        </p:spPr>
      </p:pic>
      <p:sp>
        <p:nvSpPr>
          <p:cNvPr id="5" name="Depuis la collection, le visiteur choisit l’explorat">
            <a:extLst>
              <a:ext uri="{FF2B5EF4-FFF2-40B4-BE49-F238E27FC236}">
                <a16:creationId xmlns:a16="http://schemas.microsoft.com/office/drawing/2014/main" id="{4C60D553-3DDA-4CA1-8CD1-8BAEA3405EF9}"/>
              </a:ext>
            </a:extLst>
          </p:cNvPr>
          <p:cNvSpPr>
            <a:spLocks noGrp="1"/>
          </p:cNvSpPr>
          <p:nvPr/>
        </p:nvSpPr>
        <p:spPr>
          <a:xfrm>
            <a:off x="857250" y="7210425"/>
            <a:ext cx="13620750" cy="647700"/>
          </a:xfrm>
          <a:prstGeom prst="rect">
            <a:avLst/>
          </a:prstGeom>
          <a:noFill/>
          <a:ln w="0">
            <a:noFill/>
          </a:ln>
        </p:spPr>
        <p:txBody>
          <a:bodyPr wrap="square" lIns="0" tIns="0" rIns="0" bIns="0" anchor="t">
            <a:noAutofit/>
          </a:bodyPr>
          <a:lstStyle>
            <a:defPPr algn="l">
              <a:defRPr sz="2400" b="0">
                <a:solidFill>
                  <a:srgbClr val="F6F3EE"/>
                </a:solidFill>
                <a:latin typeface="Arial"/>
                <a:ea typeface="Arial"/>
                <a:cs typeface="Arial"/>
              </a:defRPr>
            </a:defPPr>
            <a:lvl1pPr algn="l">
              <a:defRPr sz="2400" b="0">
                <a:solidFill>
                  <a:srgbClr val="F6F3EE"/>
                </a:solidFill>
                <a:latin typeface="Arial"/>
                <a:ea typeface="Arial"/>
                <a:cs typeface="Arial"/>
              </a:defRPr>
            </a:lvl1pPr>
            <a:lvl2pPr algn="l">
              <a:defRPr sz="2400" b="0">
                <a:solidFill>
                  <a:srgbClr val="F6F3EE"/>
                </a:solidFill>
                <a:latin typeface="Arial"/>
                <a:ea typeface="Arial"/>
                <a:cs typeface="Arial"/>
              </a:defRPr>
            </a:lvl2pPr>
            <a:lvl3pPr algn="l">
              <a:defRPr sz="2400" b="0">
                <a:solidFill>
                  <a:srgbClr val="F6F3EE"/>
                </a:solidFill>
                <a:latin typeface="Arial"/>
                <a:ea typeface="Arial"/>
                <a:cs typeface="Arial"/>
              </a:defRPr>
            </a:lvl3pPr>
            <a:lvl4pPr algn="l">
              <a:defRPr sz="2400" b="0">
                <a:solidFill>
                  <a:srgbClr val="F6F3EE"/>
                </a:solidFill>
                <a:latin typeface="Arial"/>
                <a:ea typeface="Arial"/>
                <a:cs typeface="Arial"/>
              </a:defRPr>
            </a:lvl4pPr>
            <a:lvl5pPr algn="l">
              <a:defRPr sz="2400" b="0">
                <a:solidFill>
                  <a:srgbClr val="F6F3EE"/>
                </a:solidFill>
                <a:latin typeface="Arial"/>
                <a:ea typeface="Arial"/>
                <a:cs typeface="Arial"/>
              </a:defRPr>
            </a:lvl5pPr>
            <a:lvl6pPr algn="l">
              <a:defRPr sz="2400" b="0">
                <a:solidFill>
                  <a:srgbClr val="F6F3EE"/>
                </a:solidFill>
                <a:latin typeface="Arial"/>
                <a:ea typeface="Arial"/>
                <a:cs typeface="Arial"/>
              </a:defRPr>
            </a:lvl6pPr>
            <a:lvl7pPr algn="l">
              <a:defRPr sz="2400" b="0">
                <a:solidFill>
                  <a:srgbClr val="F6F3EE"/>
                </a:solidFill>
                <a:latin typeface="Arial"/>
                <a:ea typeface="Arial"/>
                <a:cs typeface="Arial"/>
              </a:defRPr>
            </a:lvl7pPr>
            <a:lvl8pPr algn="l">
              <a:defRPr sz="2400" b="0">
                <a:solidFill>
                  <a:srgbClr val="F6F3EE"/>
                </a:solidFill>
                <a:latin typeface="Arial"/>
                <a:ea typeface="Arial"/>
                <a:cs typeface="Arial"/>
              </a:defRPr>
            </a:lvl8pPr>
            <a:lvl9pPr algn="l">
              <a:defRPr sz="2400" b="0">
                <a:solidFill>
                  <a:srgbClr val="F6F3EE"/>
                </a:solidFill>
                <a:latin typeface="Arial"/>
                <a:ea typeface="Arial"/>
                <a:cs typeface="Arial"/>
              </a:defRPr>
            </a:lvl9pPr>
          </a:lstStyle>
          <a:p>
            <a:pPr algn="l">
              <a:defRPr sz="2400" b="0">
                <a:solidFill>
                  <a:srgbClr val="F6F3EE"/>
                </a:solidFill>
                <a:latin typeface="Arial"/>
                <a:ea typeface="Arial"/>
                <a:cs typeface="Arial"/>
              </a:defRPr>
            </a:pPr>
            <a:r>
              <a:rPr sz="2400" b="0">
                <a:solidFill>
                  <a:srgbClr val="F6F3EE"/>
                </a:solidFill>
                <a:latin typeface="Arial"/>
                <a:ea typeface="Arial"/>
                <a:cs typeface="Arial"/>
              </a:rPr>
              <a:t>Depuis la collection, le visiteur choisit l’exploration 3D ou le scanner.</a:t>
            </a:r>
          </a:p>
        </p:txBody>
      </p:sp>
      <p:sp>
        <p:nvSpPr>
          <p:cNvPr id="6" name="Captures du prototype initial ; la version actuelle ">
            <a:extLst>
              <a:ext uri="{FF2B5EF4-FFF2-40B4-BE49-F238E27FC236}">
                <a16:creationId xmlns:a16="http://schemas.microsoft.com/office/drawing/2014/main" id="{7920304D-8F0D-452D-B7AC-C5EE2C3B9E9A}"/>
              </a:ext>
            </a:extLst>
          </p:cNvPr>
          <p:cNvSpPr>
            <a:spLocks noGrp="1"/>
          </p:cNvSpPr>
          <p:nvPr/>
        </p:nvSpPr>
        <p:spPr>
          <a:xfrm>
            <a:off x="857250" y="8086725"/>
            <a:ext cx="12858750" cy="381000"/>
          </a:xfrm>
          <a:prstGeom prst="rect">
            <a:avLst/>
          </a:prstGeom>
          <a:noFill/>
          <a:ln w="0">
            <a:noFill/>
          </a:ln>
        </p:spPr>
        <p:txBody>
          <a:bodyPr wrap="square" lIns="0" tIns="0" rIns="0" bIns="0" anchor="t">
            <a:noAutofit/>
          </a:bodyPr>
          <a:lstStyle>
            <a:defPPr algn="l">
              <a:defRPr sz="1650" b="0">
                <a:solidFill>
                  <a:srgbClr val="DFD5C1"/>
                </a:solidFill>
                <a:latin typeface="Arial"/>
                <a:ea typeface="Arial"/>
                <a:cs typeface="Arial"/>
              </a:defRPr>
            </a:defPPr>
            <a:lvl1pPr algn="l">
              <a:defRPr sz="1650" b="0">
                <a:solidFill>
                  <a:srgbClr val="DFD5C1"/>
                </a:solidFill>
                <a:latin typeface="Arial"/>
                <a:ea typeface="Arial"/>
                <a:cs typeface="Arial"/>
              </a:defRPr>
            </a:lvl1pPr>
            <a:lvl2pPr algn="l">
              <a:defRPr sz="1650" b="0">
                <a:solidFill>
                  <a:srgbClr val="DFD5C1"/>
                </a:solidFill>
                <a:latin typeface="Arial"/>
                <a:ea typeface="Arial"/>
                <a:cs typeface="Arial"/>
              </a:defRPr>
            </a:lvl2pPr>
            <a:lvl3pPr algn="l">
              <a:defRPr sz="1650" b="0">
                <a:solidFill>
                  <a:srgbClr val="DFD5C1"/>
                </a:solidFill>
                <a:latin typeface="Arial"/>
                <a:ea typeface="Arial"/>
                <a:cs typeface="Arial"/>
              </a:defRPr>
            </a:lvl3pPr>
            <a:lvl4pPr algn="l">
              <a:defRPr sz="1650" b="0">
                <a:solidFill>
                  <a:srgbClr val="DFD5C1"/>
                </a:solidFill>
                <a:latin typeface="Arial"/>
                <a:ea typeface="Arial"/>
                <a:cs typeface="Arial"/>
              </a:defRPr>
            </a:lvl4pPr>
            <a:lvl5pPr algn="l">
              <a:defRPr sz="1650" b="0">
                <a:solidFill>
                  <a:srgbClr val="DFD5C1"/>
                </a:solidFill>
                <a:latin typeface="Arial"/>
                <a:ea typeface="Arial"/>
                <a:cs typeface="Arial"/>
              </a:defRPr>
            </a:lvl5pPr>
            <a:lvl6pPr algn="l">
              <a:defRPr sz="1650" b="0">
                <a:solidFill>
                  <a:srgbClr val="DFD5C1"/>
                </a:solidFill>
                <a:latin typeface="Arial"/>
                <a:ea typeface="Arial"/>
                <a:cs typeface="Arial"/>
              </a:defRPr>
            </a:lvl6pPr>
            <a:lvl7pPr algn="l">
              <a:defRPr sz="1650" b="0">
                <a:solidFill>
                  <a:srgbClr val="DFD5C1"/>
                </a:solidFill>
                <a:latin typeface="Arial"/>
                <a:ea typeface="Arial"/>
                <a:cs typeface="Arial"/>
              </a:defRPr>
            </a:lvl7pPr>
            <a:lvl8pPr algn="l">
              <a:defRPr sz="1650" b="0">
                <a:solidFill>
                  <a:srgbClr val="DFD5C1"/>
                </a:solidFill>
                <a:latin typeface="Arial"/>
                <a:ea typeface="Arial"/>
                <a:cs typeface="Arial"/>
              </a:defRPr>
            </a:lvl8pPr>
            <a:lvl9pPr algn="l">
              <a:defRPr sz="1650" b="0">
                <a:solidFill>
                  <a:srgbClr val="DFD5C1"/>
                </a:solidFill>
                <a:latin typeface="Arial"/>
                <a:ea typeface="Arial"/>
                <a:cs typeface="Arial"/>
              </a:defRPr>
            </a:lvl9pPr>
          </a:lstStyle>
          <a:p>
            <a:pPr algn="l">
              <a:defRPr sz="1650" b="0">
                <a:solidFill>
                  <a:srgbClr val="DFD5C1"/>
                </a:solidFill>
                <a:latin typeface="Arial"/>
                <a:ea typeface="Arial"/>
                <a:cs typeface="Arial"/>
              </a:defRPr>
            </a:pPr>
            <a:r>
              <a:rPr sz="1650" b="0">
                <a:solidFill>
                  <a:srgbClr val="DFD5C1"/>
                </a:solidFill>
                <a:latin typeface="Arial"/>
                <a:ea typeface="Arial"/>
                <a:cs typeface="Arial"/>
              </a:rPr>
              <a:t>Captures du prototype initial ; la version actuelle est présentée sur iPhone.</a:t>
            </a:r>
          </a:p>
        </p:txBody>
      </p:sp>
    </p:spTree>
    <p:extLst>
      <p:ext uri="{BB962C8B-B14F-4D97-AF65-F5344CB8AC3E}">
        <p14:creationId xmlns:p14="http://schemas.microsoft.com/office/powerpoint/2010/main" val="6305469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0"/>
                      </p:stCondLst>
                      <p:childTnLst>
                        <p:par>
                          <p:cTn id="4" presetID="10" presetClass="entr" presetSubtype="0" fill="hold" nodeType="afterEffect">
                            <p:stCondLst>
                              <p:cond delay="150"/>
                            </p:stCondLst>
                            <p:childTnLst>
                              <p:set>
                                <p:cBhvr>
                                  <p:cTn id="5" dur="1" fill="hold">
                                    <p:stCondLst>
                                      <p:cond delay="0"/>
                                    </p:stCondLst>
                                  </p:cTn>
                                  <p:tgtEl>
                                    <p:spTgt spid="2"/>
                                  </p:tgtEl>
                                  <p:attrNameLst>
                                    <p:attrName>style.visibility</p:attrName>
                                  </p:attrNameLst>
                                </p:cBhvr>
                                <p:to>
                                  <p:strVal val="visible"/>
                                </p:to>
                              </p:set>
                              <p:animEffect transition="in" filter="fade">
                                <p:cBhvr>
                                  <p:cTn id="6" dur="350" fill="hold"/>
                                  <p:tgtEl>
                                    <p:spTgt spid="2"/>
                                  </p:tgtEl>
                                </p:cBhvr>
                              </p:animEffect>
                            </p:childTnLst>
                          </p:cTn>
                        </p:par>
                        <p:par>
                          <p:cTn id="7" presetID="10" presetClass="entr" presetSubtype="0" fill="hold" nodeType="afterEffect">
                            <p:stCondLst>
                              <p:cond delay="450"/>
                            </p:stCondLst>
                            <p:childTnLst>
                              <p:set>
                                <p:cBhvr>
                                  <p:cTn id="8" dur="1" fill="hold">
                                    <p:stCondLst>
                                      <p:cond delay="0"/>
                                    </p:stCondLst>
                                  </p:cTn>
                                  <p:tgtEl>
                                    <p:spTgt spid="3"/>
                                  </p:tgtEl>
                                  <p:attrNameLst>
                                    <p:attrName>style.visibility</p:attrName>
                                  </p:attrNameLst>
                                </p:cBhvr>
                                <p:to>
                                  <p:strVal val="visible"/>
                                </p:to>
                              </p:set>
                              <p:animEffect transition="in" filter="fade">
                                <p:cBhvr>
                                  <p:cTn id="9" dur="350" fill="hold"/>
                                  <p:tgtEl>
                                    <p:spTgt spid="3"/>
                                  </p:tgtEl>
                                </p:cBhvr>
                              </p:animEffect>
                            </p:childTnLst>
                          </p:cTn>
                        </p:par>
                        <p:par>
                          <p:cTn id="10" presetID="10" presetClass="entr" presetSubtype="0" fill="hold" nodeType="afterEffect">
                            <p:stCondLst>
                              <p:cond delay="75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350" fill="hold"/>
                                  <p:tgtEl>
                                    <p:spTgt spid="4"/>
                                  </p:tgtEl>
                                </p:cBhvr>
                              </p:animEffect>
                            </p:childTnLst>
                          </p:cTn>
                        </p:par>
                        <p:par>
                          <p:cTn id="13" presetID="10" presetClass="entr" presetSubtype="0" fill="hold" nodeType="afterEffect">
                            <p:stCondLst>
                              <p:cond delay="1050"/>
                            </p:stCondLst>
                            <p:childTnLst>
                              <p:set>
                                <p:cBhvr>
                                  <p:cTn id="14" dur="1" fill="hold">
                                    <p:stCondLst>
                                      <p:cond delay="0"/>
                                    </p:stCondLst>
                                  </p:cTn>
                                  <p:tgtEl>
                                    <p:spTgt spid="5"/>
                                  </p:tgtEl>
                                  <p:attrNameLst>
                                    <p:attrName>style.visibility</p:attrName>
                                  </p:attrNameLst>
                                </p:cBhvr>
                                <p:to>
                                  <p:strVal val="visible"/>
                                </p:to>
                              </p:set>
                              <p:animEffect transition="in" filter="fade">
                                <p:cBhvr>
                                  <p:cTn id="15" dur="350" fill="hold"/>
                                  <p:tgtEl>
                                    <p:spTgt spid="5"/>
                                  </p:tgtEl>
                                </p:cBhvr>
                              </p:animEffect>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6F3EE"/>
        </a:solid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C923A59F-2D3C-476F-AF2B-ACD828E0F620}"/>
              </a:ext>
            </a:extLst>
          </p:cNvPr>
          <p:cNvPicPr>
            <a:picLocks noChangeAspect="1"/>
          </p:cNvPicPr>
          <p:nvPr/>
        </p:nvPicPr>
        <p:blipFill>
          <a:blip r:embed="rId3"/>
          <a:srcRect t="11880" b="11880"/>
          <a:stretch>
            <a:fillRect/>
          </a:stretch>
        </p:blipFill>
        <p:spPr>
          <a:xfrm>
            <a:off x="0" y="0"/>
            <a:ext cx="6715125" cy="8572500"/>
          </a:xfrm>
          <a:prstGeom prst="rect">
            <a:avLst/>
          </a:prstGeom>
        </p:spPr>
      </p:pic>
      <p:sp>
        <p:nvSpPr>
          <p:cNvPr id="2" name="L’image devient&#10;le point d’entrée">
            <a:extLst>
              <a:ext uri="{FF2B5EF4-FFF2-40B4-BE49-F238E27FC236}">
                <a16:creationId xmlns:a16="http://schemas.microsoft.com/office/drawing/2014/main" id="{A5D0EEAB-FC9A-449C-A021-F4B18C34E61F}"/>
              </a:ext>
            </a:extLst>
          </p:cNvPr>
          <p:cNvSpPr>
            <a:spLocks noGrp="1"/>
          </p:cNvSpPr>
          <p:nvPr/>
        </p:nvSpPr>
        <p:spPr>
          <a:xfrm>
            <a:off x="7524750" y="809625"/>
            <a:ext cx="6858000" cy="1619250"/>
          </a:xfrm>
          <a:prstGeom prst="rect">
            <a:avLst/>
          </a:prstGeom>
          <a:noFill/>
          <a:ln w="0">
            <a:noFill/>
          </a:ln>
        </p:spPr>
        <p:txBody>
          <a:bodyPr wrap="square" lIns="0" tIns="0" rIns="0" bIns="0" anchor="t">
            <a:noAutofit/>
          </a:bodyPr>
          <a:lstStyle>
            <a:defPPr algn="l">
              <a:defRPr sz="4950" b="0">
                <a:solidFill>
                  <a:srgbClr val="203A32"/>
                </a:solidFill>
                <a:latin typeface="Georgia"/>
                <a:ea typeface="Georgia"/>
                <a:cs typeface="Georgia"/>
              </a:defRPr>
            </a:defPPr>
            <a:lvl1pPr algn="l">
              <a:defRPr sz="4950" b="0">
                <a:solidFill>
                  <a:srgbClr val="203A32"/>
                </a:solidFill>
                <a:latin typeface="Georgia"/>
                <a:ea typeface="Georgia"/>
                <a:cs typeface="Georgia"/>
              </a:defRPr>
            </a:lvl1pPr>
            <a:lvl2pPr algn="l">
              <a:defRPr sz="4950" b="0">
                <a:solidFill>
                  <a:srgbClr val="203A32"/>
                </a:solidFill>
                <a:latin typeface="Georgia"/>
                <a:ea typeface="Georgia"/>
                <a:cs typeface="Georgia"/>
              </a:defRPr>
            </a:lvl2pPr>
            <a:lvl3pPr algn="l">
              <a:defRPr sz="4950" b="0">
                <a:solidFill>
                  <a:srgbClr val="203A32"/>
                </a:solidFill>
                <a:latin typeface="Georgia"/>
                <a:ea typeface="Georgia"/>
                <a:cs typeface="Georgia"/>
              </a:defRPr>
            </a:lvl3pPr>
            <a:lvl4pPr algn="l">
              <a:defRPr sz="4950" b="0">
                <a:solidFill>
                  <a:srgbClr val="203A32"/>
                </a:solidFill>
                <a:latin typeface="Georgia"/>
                <a:ea typeface="Georgia"/>
                <a:cs typeface="Georgia"/>
              </a:defRPr>
            </a:lvl4pPr>
            <a:lvl5pPr algn="l">
              <a:defRPr sz="4950" b="0">
                <a:solidFill>
                  <a:srgbClr val="203A32"/>
                </a:solidFill>
                <a:latin typeface="Georgia"/>
                <a:ea typeface="Georgia"/>
                <a:cs typeface="Georgia"/>
              </a:defRPr>
            </a:lvl5pPr>
            <a:lvl6pPr algn="l">
              <a:defRPr sz="4950" b="0">
                <a:solidFill>
                  <a:srgbClr val="203A32"/>
                </a:solidFill>
                <a:latin typeface="Georgia"/>
                <a:ea typeface="Georgia"/>
                <a:cs typeface="Georgia"/>
              </a:defRPr>
            </a:lvl6pPr>
            <a:lvl7pPr algn="l">
              <a:defRPr sz="4950" b="0">
                <a:solidFill>
                  <a:srgbClr val="203A32"/>
                </a:solidFill>
                <a:latin typeface="Georgia"/>
                <a:ea typeface="Georgia"/>
                <a:cs typeface="Georgia"/>
              </a:defRPr>
            </a:lvl7pPr>
            <a:lvl8pPr algn="l">
              <a:defRPr sz="4950" b="0">
                <a:solidFill>
                  <a:srgbClr val="203A32"/>
                </a:solidFill>
                <a:latin typeface="Georgia"/>
                <a:ea typeface="Georgia"/>
                <a:cs typeface="Georgia"/>
              </a:defRPr>
            </a:lvl8pPr>
            <a:lvl9pPr algn="l">
              <a:defRPr sz="4950" b="0">
                <a:solidFill>
                  <a:srgbClr val="203A32"/>
                </a:solidFill>
                <a:latin typeface="Georgia"/>
                <a:ea typeface="Georgia"/>
                <a:cs typeface="Georgia"/>
              </a:defRPr>
            </a:lvl9pPr>
          </a:lstStyle>
          <a:p>
            <a:pPr algn="l">
              <a:defRPr sz="4950" b="0">
                <a:solidFill>
                  <a:srgbClr val="203A32"/>
                </a:solidFill>
                <a:latin typeface="Georgia"/>
                <a:ea typeface="Georgia"/>
                <a:cs typeface="Georgia"/>
              </a:defRPr>
            </a:pPr>
            <a:r>
              <a:rPr sz="4950" b="0">
                <a:solidFill>
                  <a:srgbClr val="203A32"/>
                </a:solidFill>
                <a:latin typeface="Georgia"/>
                <a:ea typeface="Georgia"/>
                <a:cs typeface="Georgia"/>
              </a:rPr>
              <a:t>L’image devient</a:t>
            </a:r>
          </a:p>
          <a:p>
            <a:pPr algn="l">
              <a:defRPr sz="4950" b="0">
                <a:solidFill>
                  <a:srgbClr val="203A32"/>
                </a:solidFill>
                <a:latin typeface="Georgia"/>
                <a:ea typeface="Georgia"/>
                <a:cs typeface="Georgia"/>
              </a:defRPr>
            </a:pPr>
            <a:r>
              <a:rPr sz="4950" b="0">
                <a:solidFill>
                  <a:srgbClr val="203A32"/>
                </a:solidFill>
                <a:latin typeface="Georgia"/>
                <a:ea typeface="Georgia"/>
                <a:cs typeface="Georgia"/>
              </a:rPr>
              <a:t>le point d’entrée</a:t>
            </a:r>
          </a:p>
        </p:txBody>
      </p:sp>
      <p:sp>
        <p:nvSpPr>
          <p:cNvPr id="3" name="La caméra repère la cible,&#10;puis affiche le modèle as">
            <a:extLst>
              <a:ext uri="{FF2B5EF4-FFF2-40B4-BE49-F238E27FC236}">
                <a16:creationId xmlns:a16="http://schemas.microsoft.com/office/drawing/2014/main" id="{77CF07F9-199E-4451-9E60-541725B236F5}"/>
              </a:ext>
            </a:extLst>
          </p:cNvPr>
          <p:cNvSpPr>
            <a:spLocks noGrp="1"/>
          </p:cNvSpPr>
          <p:nvPr/>
        </p:nvSpPr>
        <p:spPr>
          <a:xfrm>
            <a:off x="7572375" y="2905125"/>
            <a:ext cx="6667500" cy="1571625"/>
          </a:xfrm>
          <a:prstGeom prst="rect">
            <a:avLst/>
          </a:prstGeom>
          <a:noFill/>
          <a:ln w="0">
            <a:noFill/>
          </a:ln>
        </p:spPr>
        <p:txBody>
          <a:bodyPr wrap="square" lIns="0" tIns="0" rIns="0" bIns="0" anchor="t">
            <a:noAutofit/>
          </a:bodyPr>
          <a:lstStyle>
            <a:defPPr algn="l">
              <a:defRPr sz="2625" b="0">
                <a:solidFill>
                  <a:srgbClr val="637169"/>
                </a:solidFill>
                <a:latin typeface="Arial"/>
                <a:ea typeface="Arial"/>
                <a:cs typeface="Arial"/>
              </a:defRPr>
            </a:defPPr>
            <a:lvl1pPr algn="l">
              <a:defRPr sz="2625" b="0">
                <a:solidFill>
                  <a:srgbClr val="637169"/>
                </a:solidFill>
                <a:latin typeface="Arial"/>
                <a:ea typeface="Arial"/>
                <a:cs typeface="Arial"/>
              </a:defRPr>
            </a:lvl1pPr>
            <a:lvl2pPr algn="l">
              <a:defRPr sz="2625" b="0">
                <a:solidFill>
                  <a:srgbClr val="637169"/>
                </a:solidFill>
                <a:latin typeface="Arial"/>
                <a:ea typeface="Arial"/>
                <a:cs typeface="Arial"/>
              </a:defRPr>
            </a:lvl2pPr>
            <a:lvl3pPr algn="l">
              <a:defRPr sz="2625" b="0">
                <a:solidFill>
                  <a:srgbClr val="637169"/>
                </a:solidFill>
                <a:latin typeface="Arial"/>
                <a:ea typeface="Arial"/>
                <a:cs typeface="Arial"/>
              </a:defRPr>
            </a:lvl3pPr>
            <a:lvl4pPr algn="l">
              <a:defRPr sz="2625" b="0">
                <a:solidFill>
                  <a:srgbClr val="637169"/>
                </a:solidFill>
                <a:latin typeface="Arial"/>
                <a:ea typeface="Arial"/>
                <a:cs typeface="Arial"/>
              </a:defRPr>
            </a:lvl4pPr>
            <a:lvl5pPr algn="l">
              <a:defRPr sz="2625" b="0">
                <a:solidFill>
                  <a:srgbClr val="637169"/>
                </a:solidFill>
                <a:latin typeface="Arial"/>
                <a:ea typeface="Arial"/>
                <a:cs typeface="Arial"/>
              </a:defRPr>
            </a:lvl5pPr>
            <a:lvl6pPr algn="l">
              <a:defRPr sz="2625" b="0">
                <a:solidFill>
                  <a:srgbClr val="637169"/>
                </a:solidFill>
                <a:latin typeface="Arial"/>
                <a:ea typeface="Arial"/>
                <a:cs typeface="Arial"/>
              </a:defRPr>
            </a:lvl6pPr>
            <a:lvl7pPr algn="l">
              <a:defRPr sz="2625" b="0">
                <a:solidFill>
                  <a:srgbClr val="637169"/>
                </a:solidFill>
                <a:latin typeface="Arial"/>
                <a:ea typeface="Arial"/>
                <a:cs typeface="Arial"/>
              </a:defRPr>
            </a:lvl7pPr>
            <a:lvl8pPr algn="l">
              <a:defRPr sz="2625" b="0">
                <a:solidFill>
                  <a:srgbClr val="637169"/>
                </a:solidFill>
                <a:latin typeface="Arial"/>
                <a:ea typeface="Arial"/>
                <a:cs typeface="Arial"/>
              </a:defRPr>
            </a:lvl8pPr>
            <a:lvl9pPr algn="l">
              <a:defRPr sz="2625" b="0">
                <a:solidFill>
                  <a:srgbClr val="637169"/>
                </a:solidFill>
                <a:latin typeface="Arial"/>
                <a:ea typeface="Arial"/>
                <a:cs typeface="Arial"/>
              </a:defRPr>
            </a:lvl9pPr>
          </a:lstStyle>
          <a:p>
            <a:pPr algn="l">
              <a:defRPr sz="2625" b="0">
                <a:solidFill>
                  <a:srgbClr val="637169"/>
                </a:solidFill>
                <a:latin typeface="Arial"/>
                <a:ea typeface="Arial"/>
                <a:cs typeface="Arial"/>
              </a:defRPr>
            </a:pPr>
            <a:r>
              <a:rPr sz="2625" b="0">
                <a:solidFill>
                  <a:srgbClr val="637169"/>
                </a:solidFill>
                <a:latin typeface="Arial"/>
                <a:ea typeface="Arial"/>
                <a:cs typeface="Arial"/>
              </a:rPr>
              <a:t>La caméra repère la cible,</a:t>
            </a:r>
          </a:p>
          <a:p>
            <a:pPr algn="l">
              <a:defRPr sz="2625" b="0">
                <a:solidFill>
                  <a:srgbClr val="637169"/>
                </a:solidFill>
                <a:latin typeface="Arial"/>
                <a:ea typeface="Arial"/>
                <a:cs typeface="Arial"/>
              </a:defRPr>
            </a:pPr>
            <a:r>
              <a:rPr sz="2625" b="0">
                <a:solidFill>
                  <a:srgbClr val="637169"/>
                </a:solidFill>
                <a:latin typeface="Arial"/>
                <a:ea typeface="Arial"/>
                <a:cs typeface="Arial"/>
              </a:rPr>
              <a:t>puis affiche le modèle associé.</a:t>
            </a:r>
          </a:p>
          <a:p>
            <a:pPr algn="l">
              <a:defRPr sz="2625" b="0">
                <a:solidFill>
                  <a:srgbClr val="637169"/>
                </a:solidFill>
                <a:latin typeface="Arial"/>
                <a:ea typeface="Arial"/>
                <a:cs typeface="Arial"/>
              </a:defRPr>
            </a:pPr>
            <a:r>
              <a:rPr sz="2625" b="0">
                <a:solidFill>
                  <a:srgbClr val="637169"/>
                </a:solidFill>
                <a:latin typeface="Arial"/>
                <a:ea typeface="Arial"/>
                <a:cs typeface="Arial"/>
              </a:rPr>
              <a:t>La voix démarre après « Écouter ».</a:t>
            </a:r>
          </a:p>
        </p:txBody>
      </p:sp>
      <p:pic>
        <p:nvPicPr>
          <p:cNvPr id="4" name="Picture 3">
            <a:extLst>
              <a:ext uri="{FF2B5EF4-FFF2-40B4-BE49-F238E27FC236}">
                <a16:creationId xmlns:a16="http://schemas.microsoft.com/office/drawing/2014/main" id="{C75A5219-EBE7-4C2B-B502-3425329BE1F1}"/>
              </a:ext>
            </a:extLst>
          </p:cNvPr>
          <p:cNvPicPr>
            <a:picLocks noChangeAspect="1"/>
          </p:cNvPicPr>
          <p:nvPr/>
        </p:nvPicPr>
        <p:blipFill>
          <a:blip r:embed="rId4"/>
          <a:stretch/>
        </p:blipFill>
        <p:spPr>
          <a:xfrm>
            <a:off x="11034590" y="4914900"/>
            <a:ext cx="1362320" cy="2952750"/>
          </a:xfrm>
          <a:prstGeom prst="rect">
            <a:avLst/>
          </a:prstGeom>
        </p:spPr>
      </p:pic>
      <p:sp>
        <p:nvSpPr>
          <p:cNvPr id="5" name="Cible imprimée&#10;↓&#10;Reconnaissance ARKit&#10;↓&#10;Modèle 3D">
            <a:extLst>
              <a:ext uri="{FF2B5EF4-FFF2-40B4-BE49-F238E27FC236}">
                <a16:creationId xmlns:a16="http://schemas.microsoft.com/office/drawing/2014/main" id="{1E439DA1-3B50-459D-9916-EB8C385730DE}"/>
              </a:ext>
            </a:extLst>
          </p:cNvPr>
          <p:cNvSpPr>
            <a:spLocks noGrp="1"/>
          </p:cNvSpPr>
          <p:nvPr/>
        </p:nvSpPr>
        <p:spPr>
          <a:xfrm>
            <a:off x="7572375" y="5143500"/>
            <a:ext cx="3429000" cy="2524125"/>
          </a:xfrm>
          <a:prstGeom prst="rect">
            <a:avLst/>
          </a:prstGeom>
          <a:noFill/>
          <a:ln w="0">
            <a:noFill/>
          </a:ln>
        </p:spPr>
        <p:txBody>
          <a:bodyPr wrap="square" lIns="0" tIns="0" rIns="0" bIns="0" anchor="t">
            <a:noAutofit/>
          </a:bodyPr>
          <a:lstStyle>
            <a:defPPr algn="l">
              <a:defRPr sz="2325" b="0">
                <a:solidFill>
                  <a:srgbClr val="203A32"/>
                </a:solidFill>
                <a:latin typeface="Arial"/>
                <a:ea typeface="Arial"/>
                <a:cs typeface="Arial"/>
              </a:defRPr>
            </a:defPPr>
            <a:lvl1pPr algn="l">
              <a:defRPr sz="2325" b="0">
                <a:solidFill>
                  <a:srgbClr val="203A32"/>
                </a:solidFill>
                <a:latin typeface="Arial"/>
                <a:ea typeface="Arial"/>
                <a:cs typeface="Arial"/>
              </a:defRPr>
            </a:lvl1pPr>
            <a:lvl2pPr algn="l">
              <a:defRPr sz="2325" b="0">
                <a:solidFill>
                  <a:srgbClr val="203A32"/>
                </a:solidFill>
                <a:latin typeface="Arial"/>
                <a:ea typeface="Arial"/>
                <a:cs typeface="Arial"/>
              </a:defRPr>
            </a:lvl2pPr>
            <a:lvl3pPr algn="l">
              <a:defRPr sz="2325" b="0">
                <a:solidFill>
                  <a:srgbClr val="203A32"/>
                </a:solidFill>
                <a:latin typeface="Arial"/>
                <a:ea typeface="Arial"/>
                <a:cs typeface="Arial"/>
              </a:defRPr>
            </a:lvl3pPr>
            <a:lvl4pPr algn="l">
              <a:defRPr sz="2325" b="0">
                <a:solidFill>
                  <a:srgbClr val="203A32"/>
                </a:solidFill>
                <a:latin typeface="Arial"/>
                <a:ea typeface="Arial"/>
                <a:cs typeface="Arial"/>
              </a:defRPr>
            </a:lvl4pPr>
            <a:lvl5pPr algn="l">
              <a:defRPr sz="2325" b="0">
                <a:solidFill>
                  <a:srgbClr val="203A32"/>
                </a:solidFill>
                <a:latin typeface="Arial"/>
                <a:ea typeface="Arial"/>
                <a:cs typeface="Arial"/>
              </a:defRPr>
            </a:lvl5pPr>
            <a:lvl6pPr algn="l">
              <a:defRPr sz="2325" b="0">
                <a:solidFill>
                  <a:srgbClr val="203A32"/>
                </a:solidFill>
                <a:latin typeface="Arial"/>
                <a:ea typeface="Arial"/>
                <a:cs typeface="Arial"/>
              </a:defRPr>
            </a:lvl6pPr>
            <a:lvl7pPr algn="l">
              <a:defRPr sz="2325" b="0">
                <a:solidFill>
                  <a:srgbClr val="203A32"/>
                </a:solidFill>
                <a:latin typeface="Arial"/>
                <a:ea typeface="Arial"/>
                <a:cs typeface="Arial"/>
              </a:defRPr>
            </a:lvl7pPr>
            <a:lvl8pPr algn="l">
              <a:defRPr sz="2325" b="0">
                <a:solidFill>
                  <a:srgbClr val="203A32"/>
                </a:solidFill>
                <a:latin typeface="Arial"/>
                <a:ea typeface="Arial"/>
                <a:cs typeface="Arial"/>
              </a:defRPr>
            </a:lvl8pPr>
            <a:lvl9pPr algn="l">
              <a:defRPr sz="2325" b="0">
                <a:solidFill>
                  <a:srgbClr val="203A32"/>
                </a:solidFill>
                <a:latin typeface="Arial"/>
                <a:ea typeface="Arial"/>
                <a:cs typeface="Arial"/>
              </a:defRPr>
            </a:lvl9pPr>
          </a:lstStyle>
          <a:p>
            <a:pPr algn="l">
              <a:defRPr sz="2325" b="0">
                <a:solidFill>
                  <a:srgbClr val="203A32"/>
                </a:solidFill>
                <a:latin typeface="Arial"/>
                <a:ea typeface="Arial"/>
                <a:cs typeface="Arial"/>
              </a:defRPr>
            </a:pPr>
            <a:r>
              <a:rPr sz="2325" b="0">
                <a:solidFill>
                  <a:srgbClr val="203A32"/>
                </a:solidFill>
                <a:latin typeface="Arial"/>
                <a:ea typeface="Arial"/>
                <a:cs typeface="Arial"/>
              </a:rPr>
              <a:t>Cible imprimée</a:t>
            </a:r>
          </a:p>
          <a:p>
            <a:pPr algn="l">
              <a:defRPr sz="2325" b="0">
                <a:solidFill>
                  <a:srgbClr val="203A32"/>
                </a:solidFill>
                <a:latin typeface="Arial"/>
                <a:ea typeface="Arial"/>
                <a:cs typeface="Arial"/>
              </a:defRPr>
            </a:pPr>
            <a:r>
              <a:rPr sz="2325" b="0">
                <a:solidFill>
                  <a:srgbClr val="203A32"/>
                </a:solidFill>
                <a:latin typeface="Arial"/>
                <a:ea typeface="Arial"/>
                <a:cs typeface="Arial"/>
              </a:rPr>
              <a:t>↓</a:t>
            </a:r>
          </a:p>
          <a:p>
            <a:pPr algn="l">
              <a:defRPr sz="2325" b="0">
                <a:solidFill>
                  <a:srgbClr val="203A32"/>
                </a:solidFill>
                <a:latin typeface="Arial"/>
                <a:ea typeface="Arial"/>
                <a:cs typeface="Arial"/>
              </a:defRPr>
            </a:pPr>
            <a:r>
              <a:rPr sz="2325" b="0">
                <a:solidFill>
                  <a:srgbClr val="203A32"/>
                </a:solidFill>
                <a:latin typeface="Arial"/>
                <a:ea typeface="Arial"/>
                <a:cs typeface="Arial"/>
              </a:rPr>
              <a:t>Reconnaissance ARKit</a:t>
            </a:r>
          </a:p>
          <a:p>
            <a:pPr algn="l">
              <a:defRPr sz="2325" b="0">
                <a:solidFill>
                  <a:srgbClr val="203A32"/>
                </a:solidFill>
                <a:latin typeface="Arial"/>
                <a:ea typeface="Arial"/>
                <a:cs typeface="Arial"/>
              </a:defRPr>
            </a:pPr>
            <a:r>
              <a:rPr sz="2325" b="0">
                <a:solidFill>
                  <a:srgbClr val="203A32"/>
                </a:solidFill>
                <a:latin typeface="Arial"/>
                <a:ea typeface="Arial"/>
                <a:cs typeface="Arial"/>
              </a:rPr>
              <a:t>↓</a:t>
            </a:r>
          </a:p>
          <a:p>
            <a:pPr algn="l">
              <a:defRPr sz="2325" b="0">
                <a:solidFill>
                  <a:srgbClr val="203A32"/>
                </a:solidFill>
                <a:latin typeface="Arial"/>
                <a:ea typeface="Arial"/>
                <a:cs typeface="Arial"/>
              </a:defRPr>
            </a:pPr>
            <a:r>
              <a:rPr sz="2325" b="0">
                <a:solidFill>
                  <a:srgbClr val="203A32"/>
                </a:solidFill>
                <a:latin typeface="Arial"/>
                <a:ea typeface="Arial"/>
                <a:cs typeface="Arial"/>
              </a:rPr>
              <a:t>Modèle 3D</a:t>
            </a:r>
          </a:p>
        </p:txBody>
      </p:sp>
      <p:sp>
        <p:nvSpPr>
          <p:cNvPr id="6" name="Guide : capture historique">
            <a:extLst>
              <a:ext uri="{FF2B5EF4-FFF2-40B4-BE49-F238E27FC236}">
                <a16:creationId xmlns:a16="http://schemas.microsoft.com/office/drawing/2014/main" id="{9FF8766E-C35C-4211-9433-6B9B06B4B38D}"/>
              </a:ext>
            </a:extLst>
          </p:cNvPr>
          <p:cNvSpPr>
            <a:spLocks noGrp="1"/>
          </p:cNvSpPr>
          <p:nvPr/>
        </p:nvSpPr>
        <p:spPr>
          <a:xfrm>
            <a:off x="11430000" y="7934325"/>
            <a:ext cx="3095625" cy="333375"/>
          </a:xfrm>
          <a:prstGeom prst="rect">
            <a:avLst/>
          </a:prstGeom>
          <a:noFill/>
          <a:ln w="0">
            <a:noFill/>
          </a:ln>
        </p:spPr>
        <p:txBody>
          <a:bodyPr wrap="square" lIns="0" tIns="0" rIns="0" bIns="0" anchor="t">
            <a:noAutofit/>
          </a:bodyPr>
          <a:lstStyle>
            <a:defPPr algn="l">
              <a:defRPr sz="1575" b="0">
                <a:solidFill>
                  <a:srgbClr val="637169"/>
                </a:solidFill>
                <a:latin typeface="Arial"/>
                <a:ea typeface="Arial"/>
                <a:cs typeface="Arial"/>
              </a:defRPr>
            </a:defPPr>
            <a:lvl1pPr algn="l">
              <a:defRPr sz="1575" b="0">
                <a:solidFill>
                  <a:srgbClr val="637169"/>
                </a:solidFill>
                <a:latin typeface="Arial"/>
                <a:ea typeface="Arial"/>
                <a:cs typeface="Arial"/>
              </a:defRPr>
            </a:lvl1pPr>
            <a:lvl2pPr algn="l">
              <a:defRPr sz="1575" b="0">
                <a:solidFill>
                  <a:srgbClr val="637169"/>
                </a:solidFill>
                <a:latin typeface="Arial"/>
                <a:ea typeface="Arial"/>
                <a:cs typeface="Arial"/>
              </a:defRPr>
            </a:lvl2pPr>
            <a:lvl3pPr algn="l">
              <a:defRPr sz="1575" b="0">
                <a:solidFill>
                  <a:srgbClr val="637169"/>
                </a:solidFill>
                <a:latin typeface="Arial"/>
                <a:ea typeface="Arial"/>
                <a:cs typeface="Arial"/>
              </a:defRPr>
            </a:lvl3pPr>
            <a:lvl4pPr algn="l">
              <a:defRPr sz="1575" b="0">
                <a:solidFill>
                  <a:srgbClr val="637169"/>
                </a:solidFill>
                <a:latin typeface="Arial"/>
                <a:ea typeface="Arial"/>
                <a:cs typeface="Arial"/>
              </a:defRPr>
            </a:lvl4pPr>
            <a:lvl5pPr algn="l">
              <a:defRPr sz="1575" b="0">
                <a:solidFill>
                  <a:srgbClr val="637169"/>
                </a:solidFill>
                <a:latin typeface="Arial"/>
                <a:ea typeface="Arial"/>
                <a:cs typeface="Arial"/>
              </a:defRPr>
            </a:lvl5pPr>
            <a:lvl6pPr algn="l">
              <a:defRPr sz="1575" b="0">
                <a:solidFill>
                  <a:srgbClr val="637169"/>
                </a:solidFill>
                <a:latin typeface="Arial"/>
                <a:ea typeface="Arial"/>
                <a:cs typeface="Arial"/>
              </a:defRPr>
            </a:lvl6pPr>
            <a:lvl7pPr algn="l">
              <a:defRPr sz="1575" b="0">
                <a:solidFill>
                  <a:srgbClr val="637169"/>
                </a:solidFill>
                <a:latin typeface="Arial"/>
                <a:ea typeface="Arial"/>
                <a:cs typeface="Arial"/>
              </a:defRPr>
            </a:lvl7pPr>
            <a:lvl8pPr algn="l">
              <a:defRPr sz="1575" b="0">
                <a:solidFill>
                  <a:srgbClr val="637169"/>
                </a:solidFill>
                <a:latin typeface="Arial"/>
                <a:ea typeface="Arial"/>
                <a:cs typeface="Arial"/>
              </a:defRPr>
            </a:lvl8pPr>
            <a:lvl9pPr algn="l">
              <a:defRPr sz="1575" b="0">
                <a:solidFill>
                  <a:srgbClr val="637169"/>
                </a:solidFill>
                <a:latin typeface="Arial"/>
                <a:ea typeface="Arial"/>
                <a:cs typeface="Arial"/>
              </a:defRPr>
            </a:lvl9pPr>
          </a:lstStyle>
          <a:p>
            <a:pPr algn="l">
              <a:defRPr sz="1575" b="0">
                <a:solidFill>
                  <a:srgbClr val="637169"/>
                </a:solidFill>
                <a:latin typeface="Arial"/>
                <a:ea typeface="Arial"/>
                <a:cs typeface="Arial"/>
              </a:defRPr>
            </a:pPr>
            <a:r>
              <a:rPr sz="1575" b="0">
                <a:solidFill>
                  <a:srgbClr val="637169"/>
                </a:solidFill>
                <a:latin typeface="Arial"/>
                <a:ea typeface="Arial"/>
                <a:cs typeface="Arial"/>
              </a:rPr>
              <a:t>Guide : capture historique</a:t>
            </a:r>
          </a:p>
        </p:txBody>
      </p:sp>
      <p:sp>
        <p:nvSpPr>
          <p:cNvPr id="7" name="04">
            <a:extLst>
              <a:ext uri="{FF2B5EF4-FFF2-40B4-BE49-F238E27FC236}">
                <a16:creationId xmlns:a16="http://schemas.microsoft.com/office/drawing/2014/main" id="{47851E75-1562-4E5D-9C8E-E63693268811}"/>
              </a:ext>
            </a:extLst>
          </p:cNvPr>
          <p:cNvSpPr>
            <a:spLocks noGrp="1"/>
          </p:cNvSpPr>
          <p:nvPr/>
        </p:nvSpPr>
        <p:spPr>
          <a:xfrm>
            <a:off x="14001750" y="8039100"/>
            <a:ext cx="523875" cy="285750"/>
          </a:xfrm>
          <a:prstGeom prst="rect">
            <a:avLst/>
          </a:prstGeom>
          <a:noFill/>
          <a:ln w="0">
            <a:noFill/>
          </a:ln>
        </p:spPr>
        <p:txBody>
          <a:bodyPr wrap="square" lIns="0" tIns="0" rIns="0" bIns="0" anchor="t">
            <a:noAutofit/>
          </a:bodyPr>
          <a:lstStyle>
            <a:defPPr algn="r">
              <a:defRPr sz="1575" b="0">
                <a:solidFill>
                  <a:srgbClr val="637169"/>
                </a:solidFill>
                <a:latin typeface="Arial"/>
                <a:ea typeface="Arial"/>
                <a:cs typeface="Arial"/>
              </a:defRPr>
            </a:defPPr>
            <a:lvl1pPr algn="r">
              <a:defRPr sz="1575" b="0">
                <a:solidFill>
                  <a:srgbClr val="637169"/>
                </a:solidFill>
                <a:latin typeface="Arial"/>
                <a:ea typeface="Arial"/>
                <a:cs typeface="Arial"/>
              </a:defRPr>
            </a:lvl1pPr>
            <a:lvl2pPr algn="r">
              <a:defRPr sz="1575" b="0">
                <a:solidFill>
                  <a:srgbClr val="637169"/>
                </a:solidFill>
                <a:latin typeface="Arial"/>
                <a:ea typeface="Arial"/>
                <a:cs typeface="Arial"/>
              </a:defRPr>
            </a:lvl2pPr>
            <a:lvl3pPr algn="r">
              <a:defRPr sz="1575" b="0">
                <a:solidFill>
                  <a:srgbClr val="637169"/>
                </a:solidFill>
                <a:latin typeface="Arial"/>
                <a:ea typeface="Arial"/>
                <a:cs typeface="Arial"/>
              </a:defRPr>
            </a:lvl3pPr>
            <a:lvl4pPr algn="r">
              <a:defRPr sz="1575" b="0">
                <a:solidFill>
                  <a:srgbClr val="637169"/>
                </a:solidFill>
                <a:latin typeface="Arial"/>
                <a:ea typeface="Arial"/>
                <a:cs typeface="Arial"/>
              </a:defRPr>
            </a:lvl4pPr>
            <a:lvl5pPr algn="r">
              <a:defRPr sz="1575" b="0">
                <a:solidFill>
                  <a:srgbClr val="637169"/>
                </a:solidFill>
                <a:latin typeface="Arial"/>
                <a:ea typeface="Arial"/>
                <a:cs typeface="Arial"/>
              </a:defRPr>
            </a:lvl5pPr>
            <a:lvl6pPr algn="r">
              <a:defRPr sz="1575" b="0">
                <a:solidFill>
                  <a:srgbClr val="637169"/>
                </a:solidFill>
                <a:latin typeface="Arial"/>
                <a:ea typeface="Arial"/>
                <a:cs typeface="Arial"/>
              </a:defRPr>
            </a:lvl6pPr>
            <a:lvl7pPr algn="r">
              <a:defRPr sz="1575" b="0">
                <a:solidFill>
                  <a:srgbClr val="637169"/>
                </a:solidFill>
                <a:latin typeface="Arial"/>
                <a:ea typeface="Arial"/>
                <a:cs typeface="Arial"/>
              </a:defRPr>
            </a:lvl7pPr>
            <a:lvl8pPr algn="r">
              <a:defRPr sz="1575" b="0">
                <a:solidFill>
                  <a:srgbClr val="637169"/>
                </a:solidFill>
                <a:latin typeface="Arial"/>
                <a:ea typeface="Arial"/>
                <a:cs typeface="Arial"/>
              </a:defRPr>
            </a:lvl8pPr>
            <a:lvl9pPr algn="r">
              <a:defRPr sz="1575" b="0">
                <a:solidFill>
                  <a:srgbClr val="637169"/>
                </a:solidFill>
                <a:latin typeface="Arial"/>
                <a:ea typeface="Arial"/>
                <a:cs typeface="Arial"/>
              </a:defRPr>
            </a:lvl9pPr>
          </a:lstStyle>
          <a:p>
            <a:pPr algn="r">
              <a:defRPr sz="1575" b="0">
                <a:solidFill>
                  <a:srgbClr val="637169"/>
                </a:solidFill>
                <a:latin typeface="Arial"/>
                <a:ea typeface="Arial"/>
                <a:cs typeface="Arial"/>
              </a:defRPr>
            </a:pPr>
            <a:r>
              <a:rPr sz="1575" b="0">
                <a:solidFill>
                  <a:srgbClr val="637169"/>
                </a:solidFill>
                <a:latin typeface="Arial"/>
                <a:ea typeface="Arial"/>
                <a:cs typeface="Arial"/>
              </a:rPr>
              <a:t>04</a:t>
            </a:r>
          </a:p>
        </p:txBody>
      </p:sp>
    </p:spTree>
    <p:extLst>
      <p:ext uri="{BB962C8B-B14F-4D97-AF65-F5344CB8AC3E}">
        <p14:creationId xmlns:p14="http://schemas.microsoft.com/office/powerpoint/2010/main" val="294720579"/>
      </p:ext>
    </p:extLst>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203A32"/>
        </a:solid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C9D272D1-9163-43BD-B990-235C3D1009FE}"/>
              </a:ext>
            </a:extLst>
          </p:cNvPr>
          <p:cNvPicPr>
            <a:picLocks noChangeAspect="1"/>
          </p:cNvPicPr>
          <p:nvPr/>
        </p:nvPicPr>
        <p:blipFill>
          <a:blip r:embed="rId3"/>
          <a:stretch/>
        </p:blipFill>
        <p:spPr>
          <a:xfrm>
            <a:off x="2084319" y="1000125"/>
            <a:ext cx="3032261" cy="6572250"/>
          </a:xfrm>
          <a:prstGeom prst="rect">
            <a:avLst/>
          </a:prstGeom>
        </p:spPr>
      </p:pic>
      <p:pic>
        <p:nvPicPr>
          <p:cNvPr id="2" name="Picture 1">
            <a:extLst>
              <a:ext uri="{FF2B5EF4-FFF2-40B4-BE49-F238E27FC236}">
                <a16:creationId xmlns:a16="http://schemas.microsoft.com/office/drawing/2014/main" id="{C7A6770F-5C1C-4140-936D-BA8292DF4F5A}"/>
              </a:ext>
            </a:extLst>
          </p:cNvPr>
          <p:cNvPicPr>
            <a:picLocks noChangeAspect="1"/>
          </p:cNvPicPr>
          <p:nvPr/>
        </p:nvPicPr>
        <p:blipFill>
          <a:blip r:embed="rId4"/>
          <a:srcRect l="18000" t="30000" r="12000" b="12000"/>
          <a:stretch/>
        </p:blipFill>
        <p:spPr>
          <a:xfrm>
            <a:off x="7858125" y="3476625"/>
            <a:ext cx="7381875" cy="5095875"/>
          </a:xfrm>
          <a:prstGeom prst="rect">
            <a:avLst/>
          </a:prstGeom>
        </p:spPr>
      </p:pic>
      <p:sp>
        <p:nvSpPr>
          <p:cNvPr id="3" name="Approcher les détails.&#10;Changer de point de vue.">
            <a:extLst>
              <a:ext uri="{FF2B5EF4-FFF2-40B4-BE49-F238E27FC236}">
                <a16:creationId xmlns:a16="http://schemas.microsoft.com/office/drawing/2014/main" id="{AACBCAD1-3D81-4641-8AD3-E7778C66A761}"/>
              </a:ext>
            </a:extLst>
          </p:cNvPr>
          <p:cNvSpPr>
            <a:spLocks noGrp="1"/>
          </p:cNvSpPr>
          <p:nvPr/>
        </p:nvSpPr>
        <p:spPr>
          <a:xfrm>
            <a:off x="6858000" y="857250"/>
            <a:ext cx="7715250" cy="1695450"/>
          </a:xfrm>
          <a:prstGeom prst="rect">
            <a:avLst/>
          </a:prstGeom>
          <a:noFill/>
          <a:ln w="0">
            <a:noFill/>
          </a:ln>
        </p:spPr>
        <p:txBody>
          <a:bodyPr wrap="square" lIns="0" tIns="0" rIns="0" bIns="0" anchor="t">
            <a:noAutofit/>
          </a:bodyPr>
          <a:lstStyle>
            <a:defPPr algn="l">
              <a:defRPr sz="4425" b="0">
                <a:solidFill>
                  <a:srgbClr val="F6F3EE"/>
                </a:solidFill>
                <a:latin typeface="Georgia"/>
                <a:ea typeface="Georgia"/>
                <a:cs typeface="Georgia"/>
              </a:defRPr>
            </a:defPPr>
            <a:lvl1pPr algn="l">
              <a:defRPr sz="4425" b="0">
                <a:solidFill>
                  <a:srgbClr val="F6F3EE"/>
                </a:solidFill>
                <a:latin typeface="Georgia"/>
                <a:ea typeface="Georgia"/>
                <a:cs typeface="Georgia"/>
              </a:defRPr>
            </a:lvl1pPr>
            <a:lvl2pPr algn="l">
              <a:defRPr sz="4425" b="0">
                <a:solidFill>
                  <a:srgbClr val="F6F3EE"/>
                </a:solidFill>
                <a:latin typeface="Georgia"/>
                <a:ea typeface="Georgia"/>
                <a:cs typeface="Georgia"/>
              </a:defRPr>
            </a:lvl2pPr>
            <a:lvl3pPr algn="l">
              <a:defRPr sz="4425" b="0">
                <a:solidFill>
                  <a:srgbClr val="F6F3EE"/>
                </a:solidFill>
                <a:latin typeface="Georgia"/>
                <a:ea typeface="Georgia"/>
                <a:cs typeface="Georgia"/>
              </a:defRPr>
            </a:lvl3pPr>
            <a:lvl4pPr algn="l">
              <a:defRPr sz="4425" b="0">
                <a:solidFill>
                  <a:srgbClr val="F6F3EE"/>
                </a:solidFill>
                <a:latin typeface="Georgia"/>
                <a:ea typeface="Georgia"/>
                <a:cs typeface="Georgia"/>
              </a:defRPr>
            </a:lvl4pPr>
            <a:lvl5pPr algn="l">
              <a:defRPr sz="4425" b="0">
                <a:solidFill>
                  <a:srgbClr val="F6F3EE"/>
                </a:solidFill>
                <a:latin typeface="Georgia"/>
                <a:ea typeface="Georgia"/>
                <a:cs typeface="Georgia"/>
              </a:defRPr>
            </a:lvl5pPr>
            <a:lvl6pPr algn="l">
              <a:defRPr sz="4425" b="0">
                <a:solidFill>
                  <a:srgbClr val="F6F3EE"/>
                </a:solidFill>
                <a:latin typeface="Georgia"/>
                <a:ea typeface="Georgia"/>
                <a:cs typeface="Georgia"/>
              </a:defRPr>
            </a:lvl6pPr>
            <a:lvl7pPr algn="l">
              <a:defRPr sz="4425" b="0">
                <a:solidFill>
                  <a:srgbClr val="F6F3EE"/>
                </a:solidFill>
                <a:latin typeface="Georgia"/>
                <a:ea typeface="Georgia"/>
                <a:cs typeface="Georgia"/>
              </a:defRPr>
            </a:lvl7pPr>
            <a:lvl8pPr algn="l">
              <a:defRPr sz="4425" b="0">
                <a:solidFill>
                  <a:srgbClr val="F6F3EE"/>
                </a:solidFill>
                <a:latin typeface="Georgia"/>
                <a:ea typeface="Georgia"/>
                <a:cs typeface="Georgia"/>
              </a:defRPr>
            </a:lvl8pPr>
            <a:lvl9pPr algn="l">
              <a:defRPr sz="4425" b="0">
                <a:solidFill>
                  <a:srgbClr val="F6F3EE"/>
                </a:solidFill>
                <a:latin typeface="Georgia"/>
                <a:ea typeface="Georgia"/>
                <a:cs typeface="Georgia"/>
              </a:defRPr>
            </a:lvl9pPr>
          </a:lstStyle>
          <a:p>
            <a:pPr algn="l">
              <a:defRPr sz="4425" b="0">
                <a:solidFill>
                  <a:srgbClr val="F6F3EE"/>
                </a:solidFill>
                <a:latin typeface="Georgia"/>
                <a:ea typeface="Georgia"/>
                <a:cs typeface="Georgia"/>
              </a:defRPr>
            </a:pPr>
            <a:r>
              <a:rPr sz="4425" b="0">
                <a:solidFill>
                  <a:srgbClr val="F6F3EE"/>
                </a:solidFill>
                <a:latin typeface="Georgia"/>
                <a:ea typeface="Georgia"/>
                <a:cs typeface="Georgia"/>
              </a:rPr>
              <a:t>Approcher les détails.</a:t>
            </a:r>
          </a:p>
          <a:p>
            <a:pPr algn="l">
              <a:defRPr sz="4425" b="0">
                <a:solidFill>
                  <a:srgbClr val="F6F3EE"/>
                </a:solidFill>
                <a:latin typeface="Georgia"/>
                <a:ea typeface="Georgia"/>
                <a:cs typeface="Georgia"/>
              </a:defRPr>
            </a:pPr>
            <a:r>
              <a:rPr sz="4425" b="0">
                <a:solidFill>
                  <a:srgbClr val="F6F3EE"/>
                </a:solidFill>
                <a:latin typeface="Georgia"/>
                <a:ea typeface="Georgia"/>
                <a:cs typeface="Georgia"/>
              </a:rPr>
              <a:t>Changer de point de vue.</a:t>
            </a:r>
          </a:p>
        </p:txBody>
      </p:sp>
      <p:sp>
        <p:nvSpPr>
          <p:cNvPr id="4" name="Rectangle 3">
            <a:extLst>
              <a:ext uri="{FF2B5EF4-FFF2-40B4-BE49-F238E27FC236}">
                <a16:creationId xmlns:a16="http://schemas.microsoft.com/office/drawing/2014/main" id="{2FE786EF-6013-4B63-91A3-75DC4E3588DC}"/>
              </a:ext>
            </a:extLst>
          </p:cNvPr>
          <p:cNvSpPr>
            <a:spLocks noGrp="1"/>
          </p:cNvSpPr>
          <p:nvPr/>
        </p:nvSpPr>
        <p:spPr>
          <a:xfrm>
            <a:off x="7858125" y="7096125"/>
            <a:ext cx="7381875" cy="1476375"/>
          </a:xfrm>
          <a:prstGeom prst="rect">
            <a:avLst/>
          </a:prstGeom>
          <a:solidFill>
            <a:srgbClr val="10271F">
              <a:alpha val="88000"/>
            </a:srgbClr>
          </a:solidFill>
          <a:ln w="0">
            <a:noFill/>
          </a:ln>
        </p:spPr>
      </p:sp>
      <p:sp>
        <p:nvSpPr>
          <p:cNvPr id="5" name="Deux axes de rotation, zoom optique,&#10;déplacement à d">
            <a:extLst>
              <a:ext uri="{FF2B5EF4-FFF2-40B4-BE49-F238E27FC236}">
                <a16:creationId xmlns:a16="http://schemas.microsoft.com/office/drawing/2014/main" id="{E147DC02-C8D1-4425-AB71-E26C2E7AF8FC}"/>
              </a:ext>
            </a:extLst>
          </p:cNvPr>
          <p:cNvSpPr>
            <a:spLocks noGrp="1"/>
          </p:cNvSpPr>
          <p:nvPr/>
        </p:nvSpPr>
        <p:spPr>
          <a:xfrm>
            <a:off x="8286750" y="7353300"/>
            <a:ext cx="6286500" cy="952500"/>
          </a:xfrm>
          <a:prstGeom prst="rect">
            <a:avLst/>
          </a:prstGeom>
          <a:noFill/>
          <a:ln w="0">
            <a:noFill/>
          </a:ln>
        </p:spPr>
        <p:txBody>
          <a:bodyPr wrap="square" lIns="0" tIns="0" rIns="0" bIns="0" anchor="t">
            <a:noAutofit/>
          </a:bodyPr>
          <a:lstStyle>
            <a:defPPr algn="l">
              <a:defRPr sz="2325" b="0">
                <a:solidFill>
                  <a:srgbClr val="F6F3EE"/>
                </a:solidFill>
                <a:latin typeface="Arial"/>
                <a:ea typeface="Arial"/>
                <a:cs typeface="Arial"/>
              </a:defRPr>
            </a:defPPr>
            <a:lvl1pPr algn="l">
              <a:defRPr sz="2325" b="0">
                <a:solidFill>
                  <a:srgbClr val="F6F3EE"/>
                </a:solidFill>
                <a:latin typeface="Arial"/>
                <a:ea typeface="Arial"/>
                <a:cs typeface="Arial"/>
              </a:defRPr>
            </a:lvl1pPr>
            <a:lvl2pPr algn="l">
              <a:defRPr sz="2325" b="0">
                <a:solidFill>
                  <a:srgbClr val="F6F3EE"/>
                </a:solidFill>
                <a:latin typeface="Arial"/>
                <a:ea typeface="Arial"/>
                <a:cs typeface="Arial"/>
              </a:defRPr>
            </a:lvl2pPr>
            <a:lvl3pPr algn="l">
              <a:defRPr sz="2325" b="0">
                <a:solidFill>
                  <a:srgbClr val="F6F3EE"/>
                </a:solidFill>
                <a:latin typeface="Arial"/>
                <a:ea typeface="Arial"/>
                <a:cs typeface="Arial"/>
              </a:defRPr>
            </a:lvl3pPr>
            <a:lvl4pPr algn="l">
              <a:defRPr sz="2325" b="0">
                <a:solidFill>
                  <a:srgbClr val="F6F3EE"/>
                </a:solidFill>
                <a:latin typeface="Arial"/>
                <a:ea typeface="Arial"/>
                <a:cs typeface="Arial"/>
              </a:defRPr>
            </a:lvl4pPr>
            <a:lvl5pPr algn="l">
              <a:defRPr sz="2325" b="0">
                <a:solidFill>
                  <a:srgbClr val="F6F3EE"/>
                </a:solidFill>
                <a:latin typeface="Arial"/>
                <a:ea typeface="Arial"/>
                <a:cs typeface="Arial"/>
              </a:defRPr>
            </a:lvl5pPr>
            <a:lvl6pPr algn="l">
              <a:defRPr sz="2325" b="0">
                <a:solidFill>
                  <a:srgbClr val="F6F3EE"/>
                </a:solidFill>
                <a:latin typeface="Arial"/>
                <a:ea typeface="Arial"/>
                <a:cs typeface="Arial"/>
              </a:defRPr>
            </a:lvl6pPr>
            <a:lvl7pPr algn="l">
              <a:defRPr sz="2325" b="0">
                <a:solidFill>
                  <a:srgbClr val="F6F3EE"/>
                </a:solidFill>
                <a:latin typeface="Arial"/>
                <a:ea typeface="Arial"/>
                <a:cs typeface="Arial"/>
              </a:defRPr>
            </a:lvl7pPr>
            <a:lvl8pPr algn="l">
              <a:defRPr sz="2325" b="0">
                <a:solidFill>
                  <a:srgbClr val="F6F3EE"/>
                </a:solidFill>
                <a:latin typeface="Arial"/>
                <a:ea typeface="Arial"/>
                <a:cs typeface="Arial"/>
              </a:defRPr>
            </a:lvl8pPr>
            <a:lvl9pPr algn="l">
              <a:defRPr sz="2325" b="0">
                <a:solidFill>
                  <a:srgbClr val="F6F3EE"/>
                </a:solidFill>
                <a:latin typeface="Arial"/>
                <a:ea typeface="Arial"/>
                <a:cs typeface="Arial"/>
              </a:defRPr>
            </a:lvl9pPr>
          </a:lstStyle>
          <a:p>
            <a:pPr algn="l">
              <a:defRPr sz="2325" b="0">
                <a:solidFill>
                  <a:srgbClr val="F6F3EE"/>
                </a:solidFill>
                <a:latin typeface="Arial"/>
                <a:ea typeface="Arial"/>
                <a:cs typeface="Arial"/>
              </a:defRPr>
            </a:pPr>
            <a:r>
              <a:rPr sz="2325" b="0">
                <a:solidFill>
                  <a:srgbClr val="F6F3EE"/>
                </a:solidFill>
                <a:latin typeface="Arial"/>
                <a:ea typeface="Arial"/>
                <a:cs typeface="Arial"/>
              </a:rPr>
              <a:t>Deux axes de rotation, zoom optique,</a:t>
            </a:r>
          </a:p>
          <a:p>
            <a:pPr algn="l">
              <a:defRPr sz="2325" b="0">
                <a:solidFill>
                  <a:srgbClr val="F6F3EE"/>
                </a:solidFill>
                <a:latin typeface="Arial"/>
                <a:ea typeface="Arial"/>
                <a:cs typeface="Arial"/>
              </a:defRPr>
            </a:pPr>
            <a:r>
              <a:rPr sz="2325" b="0">
                <a:solidFill>
                  <a:srgbClr val="F6F3EE"/>
                </a:solidFill>
                <a:latin typeface="Arial"/>
                <a:ea typeface="Arial"/>
                <a:cs typeface="Arial"/>
              </a:rPr>
              <a:t>déplacement à deux doigts et recentrage.</a:t>
            </a:r>
          </a:p>
        </p:txBody>
      </p:sp>
      <p:sp>
        <p:nvSpPr>
          <p:cNvPr id="6" name="Le modèle reste manipulable pendant l’écoute.">
            <a:extLst>
              <a:ext uri="{FF2B5EF4-FFF2-40B4-BE49-F238E27FC236}">
                <a16:creationId xmlns:a16="http://schemas.microsoft.com/office/drawing/2014/main" id="{E7438528-6835-4A8E-83B9-E0BDDF6B7A18}"/>
              </a:ext>
            </a:extLst>
          </p:cNvPr>
          <p:cNvSpPr>
            <a:spLocks noGrp="1"/>
          </p:cNvSpPr>
          <p:nvPr/>
        </p:nvSpPr>
        <p:spPr>
          <a:xfrm>
            <a:off x="952500" y="7820025"/>
            <a:ext cx="6667500" cy="476250"/>
          </a:xfrm>
          <a:prstGeom prst="rect">
            <a:avLst/>
          </a:prstGeom>
          <a:noFill/>
          <a:ln w="0">
            <a:noFill/>
          </a:ln>
        </p:spPr>
        <p:txBody>
          <a:bodyPr wrap="square" lIns="0" tIns="0" rIns="0" bIns="0" anchor="t">
            <a:noAutofit/>
          </a:bodyPr>
          <a:lstStyle>
            <a:defPPr algn="l">
              <a:defRPr sz="2175" b="1">
                <a:solidFill>
                  <a:srgbClr val="BD9661"/>
                </a:solidFill>
                <a:latin typeface="Arial"/>
                <a:ea typeface="Arial"/>
                <a:cs typeface="Arial"/>
              </a:defRPr>
            </a:defPPr>
            <a:lvl1pPr algn="l">
              <a:defRPr sz="2175" b="1">
                <a:solidFill>
                  <a:srgbClr val="BD9661"/>
                </a:solidFill>
                <a:latin typeface="Arial"/>
                <a:ea typeface="Arial"/>
                <a:cs typeface="Arial"/>
              </a:defRPr>
            </a:lvl1pPr>
            <a:lvl2pPr algn="l">
              <a:defRPr sz="2175" b="1">
                <a:solidFill>
                  <a:srgbClr val="BD9661"/>
                </a:solidFill>
                <a:latin typeface="Arial"/>
                <a:ea typeface="Arial"/>
                <a:cs typeface="Arial"/>
              </a:defRPr>
            </a:lvl2pPr>
            <a:lvl3pPr algn="l">
              <a:defRPr sz="2175" b="1">
                <a:solidFill>
                  <a:srgbClr val="BD9661"/>
                </a:solidFill>
                <a:latin typeface="Arial"/>
                <a:ea typeface="Arial"/>
                <a:cs typeface="Arial"/>
              </a:defRPr>
            </a:lvl3pPr>
            <a:lvl4pPr algn="l">
              <a:defRPr sz="2175" b="1">
                <a:solidFill>
                  <a:srgbClr val="BD9661"/>
                </a:solidFill>
                <a:latin typeface="Arial"/>
                <a:ea typeface="Arial"/>
                <a:cs typeface="Arial"/>
              </a:defRPr>
            </a:lvl4pPr>
            <a:lvl5pPr algn="l">
              <a:defRPr sz="2175" b="1">
                <a:solidFill>
                  <a:srgbClr val="BD9661"/>
                </a:solidFill>
                <a:latin typeface="Arial"/>
                <a:ea typeface="Arial"/>
                <a:cs typeface="Arial"/>
              </a:defRPr>
            </a:lvl5pPr>
            <a:lvl6pPr algn="l">
              <a:defRPr sz="2175" b="1">
                <a:solidFill>
                  <a:srgbClr val="BD9661"/>
                </a:solidFill>
                <a:latin typeface="Arial"/>
                <a:ea typeface="Arial"/>
                <a:cs typeface="Arial"/>
              </a:defRPr>
            </a:lvl6pPr>
            <a:lvl7pPr algn="l">
              <a:defRPr sz="2175" b="1">
                <a:solidFill>
                  <a:srgbClr val="BD9661"/>
                </a:solidFill>
                <a:latin typeface="Arial"/>
                <a:ea typeface="Arial"/>
                <a:cs typeface="Arial"/>
              </a:defRPr>
            </a:lvl7pPr>
            <a:lvl8pPr algn="l">
              <a:defRPr sz="2175" b="1">
                <a:solidFill>
                  <a:srgbClr val="BD9661"/>
                </a:solidFill>
                <a:latin typeface="Arial"/>
                <a:ea typeface="Arial"/>
                <a:cs typeface="Arial"/>
              </a:defRPr>
            </a:lvl8pPr>
            <a:lvl9pPr algn="l">
              <a:defRPr sz="2175" b="1">
                <a:solidFill>
                  <a:srgbClr val="BD9661"/>
                </a:solidFill>
                <a:latin typeface="Arial"/>
                <a:ea typeface="Arial"/>
                <a:cs typeface="Arial"/>
              </a:defRPr>
            </a:lvl9pPr>
          </a:lstStyle>
          <a:p>
            <a:pPr algn="l">
              <a:defRPr sz="2175" b="1">
                <a:solidFill>
                  <a:srgbClr val="BD9661"/>
                </a:solidFill>
                <a:latin typeface="Arial"/>
                <a:ea typeface="Arial"/>
                <a:cs typeface="Arial"/>
              </a:defRPr>
            </a:pPr>
            <a:r>
              <a:rPr sz="2175" b="1">
                <a:solidFill>
                  <a:srgbClr val="BD9661"/>
                </a:solidFill>
                <a:latin typeface="Arial"/>
                <a:ea typeface="Arial"/>
                <a:cs typeface="Arial"/>
              </a:rPr>
              <a:t>Le modèle reste manipulable pendant l’écoute.</a:t>
            </a:r>
          </a:p>
        </p:txBody>
      </p:sp>
      <p:sp>
        <p:nvSpPr>
          <p:cNvPr id="7" name="Viewer : capture du prototype initial">
            <a:extLst>
              <a:ext uri="{FF2B5EF4-FFF2-40B4-BE49-F238E27FC236}">
                <a16:creationId xmlns:a16="http://schemas.microsoft.com/office/drawing/2014/main" id="{3BE4E1F4-8FB6-4FF5-A1F3-499EF51F5CAC}"/>
              </a:ext>
            </a:extLst>
          </p:cNvPr>
          <p:cNvSpPr>
            <a:spLocks noGrp="1"/>
          </p:cNvSpPr>
          <p:nvPr/>
        </p:nvSpPr>
        <p:spPr>
          <a:xfrm>
            <a:off x="952500" y="619125"/>
            <a:ext cx="6477000" cy="381000"/>
          </a:xfrm>
          <a:prstGeom prst="rect">
            <a:avLst/>
          </a:prstGeom>
          <a:noFill/>
          <a:ln w="0">
            <a:noFill/>
          </a:ln>
        </p:spPr>
        <p:txBody>
          <a:bodyPr wrap="square" lIns="0" tIns="0" rIns="0" bIns="0" anchor="t">
            <a:noAutofit/>
          </a:bodyPr>
          <a:lstStyle>
            <a:defPPr algn="l">
              <a:defRPr sz="1650" b="0">
                <a:solidFill>
                  <a:srgbClr val="DFD5C1"/>
                </a:solidFill>
                <a:latin typeface="Arial"/>
                <a:ea typeface="Arial"/>
                <a:cs typeface="Arial"/>
              </a:defRPr>
            </a:defPPr>
            <a:lvl1pPr algn="l">
              <a:defRPr sz="1650" b="0">
                <a:solidFill>
                  <a:srgbClr val="DFD5C1"/>
                </a:solidFill>
                <a:latin typeface="Arial"/>
                <a:ea typeface="Arial"/>
                <a:cs typeface="Arial"/>
              </a:defRPr>
            </a:lvl1pPr>
            <a:lvl2pPr algn="l">
              <a:defRPr sz="1650" b="0">
                <a:solidFill>
                  <a:srgbClr val="DFD5C1"/>
                </a:solidFill>
                <a:latin typeface="Arial"/>
                <a:ea typeface="Arial"/>
                <a:cs typeface="Arial"/>
              </a:defRPr>
            </a:lvl2pPr>
            <a:lvl3pPr algn="l">
              <a:defRPr sz="1650" b="0">
                <a:solidFill>
                  <a:srgbClr val="DFD5C1"/>
                </a:solidFill>
                <a:latin typeface="Arial"/>
                <a:ea typeface="Arial"/>
                <a:cs typeface="Arial"/>
              </a:defRPr>
            </a:lvl3pPr>
            <a:lvl4pPr algn="l">
              <a:defRPr sz="1650" b="0">
                <a:solidFill>
                  <a:srgbClr val="DFD5C1"/>
                </a:solidFill>
                <a:latin typeface="Arial"/>
                <a:ea typeface="Arial"/>
                <a:cs typeface="Arial"/>
              </a:defRPr>
            </a:lvl4pPr>
            <a:lvl5pPr algn="l">
              <a:defRPr sz="1650" b="0">
                <a:solidFill>
                  <a:srgbClr val="DFD5C1"/>
                </a:solidFill>
                <a:latin typeface="Arial"/>
                <a:ea typeface="Arial"/>
                <a:cs typeface="Arial"/>
              </a:defRPr>
            </a:lvl5pPr>
            <a:lvl6pPr algn="l">
              <a:defRPr sz="1650" b="0">
                <a:solidFill>
                  <a:srgbClr val="DFD5C1"/>
                </a:solidFill>
                <a:latin typeface="Arial"/>
                <a:ea typeface="Arial"/>
                <a:cs typeface="Arial"/>
              </a:defRPr>
            </a:lvl6pPr>
            <a:lvl7pPr algn="l">
              <a:defRPr sz="1650" b="0">
                <a:solidFill>
                  <a:srgbClr val="DFD5C1"/>
                </a:solidFill>
                <a:latin typeface="Arial"/>
                <a:ea typeface="Arial"/>
                <a:cs typeface="Arial"/>
              </a:defRPr>
            </a:lvl7pPr>
            <a:lvl8pPr algn="l">
              <a:defRPr sz="1650" b="0">
                <a:solidFill>
                  <a:srgbClr val="DFD5C1"/>
                </a:solidFill>
                <a:latin typeface="Arial"/>
                <a:ea typeface="Arial"/>
                <a:cs typeface="Arial"/>
              </a:defRPr>
            </a:lvl8pPr>
            <a:lvl9pPr algn="l">
              <a:defRPr sz="1650" b="0">
                <a:solidFill>
                  <a:srgbClr val="DFD5C1"/>
                </a:solidFill>
                <a:latin typeface="Arial"/>
                <a:ea typeface="Arial"/>
                <a:cs typeface="Arial"/>
              </a:defRPr>
            </a:lvl9pPr>
          </a:lstStyle>
          <a:p>
            <a:pPr algn="l">
              <a:defRPr sz="1650" b="0">
                <a:solidFill>
                  <a:srgbClr val="DFD5C1"/>
                </a:solidFill>
                <a:latin typeface="Arial"/>
                <a:ea typeface="Arial"/>
                <a:cs typeface="Arial"/>
              </a:defRPr>
            </a:pPr>
            <a:r>
              <a:rPr sz="1650" b="0">
                <a:solidFill>
                  <a:srgbClr val="DFD5C1"/>
                </a:solidFill>
                <a:latin typeface="Arial"/>
                <a:ea typeface="Arial"/>
                <a:cs typeface="Arial"/>
              </a:rPr>
              <a:t>Viewer : capture du prototype initial</a:t>
            </a:r>
          </a:p>
        </p:txBody>
      </p:sp>
    </p:spTree>
    <p:extLst>
      <p:ext uri="{BB962C8B-B14F-4D97-AF65-F5344CB8AC3E}">
        <p14:creationId xmlns:p14="http://schemas.microsoft.com/office/powerpoint/2010/main" val="152749352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0"/>
                      </p:stCondLst>
                      <p:childTnLst>
                        <p:par>
                          <p:cTn id="4" presetID="10" presetClass="entr" presetSubtype="0" fill="hold" nodeType="afterEffect">
                            <p:stCondLst>
                              <p:cond delay="150"/>
                            </p:stCondLst>
                            <p:childTnLst>
                              <p:set>
                                <p:cBhvr>
                                  <p:cTn id="5" dur="1" fill="hold">
                                    <p:stCondLst>
                                      <p:cond delay="0"/>
                                    </p:stCondLst>
                                  </p:cTn>
                                  <p:tgtEl>
                                    <p:spTgt spid="2"/>
                                  </p:tgtEl>
                                  <p:attrNameLst>
                                    <p:attrName>style.visibility</p:attrName>
                                  </p:attrNameLst>
                                </p:cBhvr>
                                <p:to>
                                  <p:strVal val="visible"/>
                                </p:to>
                              </p:set>
                              <p:animEffect transition="in" filter="fade">
                                <p:cBhvr>
                                  <p:cTn id="6" dur="350" fill="hold"/>
                                  <p:tgtEl>
                                    <p:spTgt spid="2"/>
                                  </p:tgtEl>
                                </p:cBhvr>
                              </p:animEffect>
                            </p:childTnLst>
                          </p:cTn>
                        </p:par>
                        <p:par>
                          <p:cTn id="7" presetID="10" presetClass="entr" presetSubtype="0" fill="hold" nodeType="afterEffect">
                            <p:stCondLst>
                              <p:cond delay="450"/>
                            </p:stCondLst>
                            <p:childTnLst>
                              <p:set>
                                <p:cBhvr>
                                  <p:cTn id="8" dur="1" fill="hold">
                                    <p:stCondLst>
                                      <p:cond delay="0"/>
                                    </p:stCondLst>
                                  </p:cTn>
                                  <p:tgtEl>
                                    <p:spTgt spid="6"/>
                                  </p:tgtEl>
                                  <p:attrNameLst>
                                    <p:attrName>style.visibility</p:attrName>
                                  </p:attrNameLst>
                                </p:cBhvr>
                                <p:to>
                                  <p:strVal val="visible"/>
                                </p:to>
                              </p:set>
                              <p:animEffect transition="in" filter="fade">
                                <p:cBhvr>
                                  <p:cTn id="9" dur="350" fill="hold"/>
                                  <p:tgtEl>
                                    <p:spTgt spid="6"/>
                                  </p:tgtEl>
                                </p:cBhvr>
                              </p:animEffect>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203A32"/>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AE8114C4-E484-4BC6-8EC7-5BC878E8518C}"/>
              </a:ext>
            </a:extLst>
          </p:cNvPr>
          <p:cNvPicPr>
            <a:picLocks noChangeAspect="1"/>
          </p:cNvPicPr>
          <p:nvPr/>
        </p:nvPicPr>
        <p:blipFill>
          <a:blip r:embed="rId3"/>
          <a:srcRect t="9947" b="9947"/>
          <a:stretch>
            <a:fillRect/>
          </a:stretch>
        </p:blipFill>
        <p:spPr>
          <a:xfrm>
            <a:off x="7810500" y="0"/>
            <a:ext cx="7429500" cy="8572500"/>
          </a:xfrm>
          <a:prstGeom prst="rect">
            <a:avLst/>
          </a:prstGeom>
        </p:spPr>
      </p:pic>
      <p:sp>
        <p:nvSpPr>
          <p:cNvPr id="2" name="Rectangle 1">
            <a:extLst>
              <a:ext uri="{FF2B5EF4-FFF2-40B4-BE49-F238E27FC236}">
                <a16:creationId xmlns:a16="http://schemas.microsoft.com/office/drawing/2014/main" id="{EDAF8D35-AC0B-43CB-BF33-54175A2EBE96}"/>
              </a:ext>
            </a:extLst>
          </p:cNvPr>
          <p:cNvSpPr>
            <a:spLocks noGrp="1"/>
          </p:cNvSpPr>
          <p:nvPr/>
        </p:nvSpPr>
        <p:spPr>
          <a:xfrm>
            <a:off x="0" y="0"/>
            <a:ext cx="15240000" cy="8572500"/>
          </a:xfrm>
          <a:prstGeom prst="rect">
            <a:avLst/>
          </a:prstGeom>
          <a:gradFill>
            <a:gsLst>
              <a:gs pos="0">
                <a:srgbClr val="10271F">
                  <a:alpha val="100000"/>
                </a:srgbClr>
              </a:gs>
              <a:gs pos="44000">
                <a:srgbClr val="10271F">
                  <a:alpha val="96000"/>
                </a:srgbClr>
              </a:gs>
              <a:gs pos="75000">
                <a:srgbClr val="10271F">
                  <a:alpha val="0"/>
                </a:srgbClr>
              </a:gs>
            </a:gsLst>
            <a:lin ang="0"/>
          </a:gradFill>
          <a:ln w="0">
            <a:noFill/>
          </a:ln>
        </p:spPr>
      </p:sp>
      <p:sp>
        <p:nvSpPr>
          <p:cNvPr id="3" name="L’œuvre se raconte&#10;pendant l’exploration">
            <a:extLst>
              <a:ext uri="{FF2B5EF4-FFF2-40B4-BE49-F238E27FC236}">
                <a16:creationId xmlns:a16="http://schemas.microsoft.com/office/drawing/2014/main" id="{ADD38ADF-30CE-40AB-A67C-15408DF69FBD}"/>
              </a:ext>
            </a:extLst>
          </p:cNvPr>
          <p:cNvSpPr>
            <a:spLocks noGrp="1"/>
          </p:cNvSpPr>
          <p:nvPr/>
        </p:nvSpPr>
        <p:spPr>
          <a:xfrm>
            <a:off x="838200" y="876300"/>
            <a:ext cx="9810750" cy="1809750"/>
          </a:xfrm>
          <a:prstGeom prst="rect">
            <a:avLst/>
          </a:prstGeom>
          <a:noFill/>
          <a:ln w="0">
            <a:noFill/>
          </a:ln>
        </p:spPr>
        <p:txBody>
          <a:bodyPr wrap="square" lIns="0" tIns="0" rIns="0" bIns="0" anchor="t">
            <a:noAutofit/>
          </a:bodyPr>
          <a:lstStyle>
            <a:defPPr algn="l">
              <a:defRPr sz="4875" b="0">
                <a:solidFill>
                  <a:srgbClr val="F6F3EE"/>
                </a:solidFill>
                <a:latin typeface="Georgia"/>
                <a:ea typeface="Georgia"/>
                <a:cs typeface="Georgia"/>
              </a:defRPr>
            </a:defPPr>
            <a:lvl1pPr algn="l">
              <a:defRPr sz="4875" b="0">
                <a:solidFill>
                  <a:srgbClr val="F6F3EE"/>
                </a:solidFill>
                <a:latin typeface="Georgia"/>
                <a:ea typeface="Georgia"/>
                <a:cs typeface="Georgia"/>
              </a:defRPr>
            </a:lvl1pPr>
            <a:lvl2pPr algn="l">
              <a:defRPr sz="4875" b="0">
                <a:solidFill>
                  <a:srgbClr val="F6F3EE"/>
                </a:solidFill>
                <a:latin typeface="Georgia"/>
                <a:ea typeface="Georgia"/>
                <a:cs typeface="Georgia"/>
              </a:defRPr>
            </a:lvl2pPr>
            <a:lvl3pPr algn="l">
              <a:defRPr sz="4875" b="0">
                <a:solidFill>
                  <a:srgbClr val="F6F3EE"/>
                </a:solidFill>
                <a:latin typeface="Georgia"/>
                <a:ea typeface="Georgia"/>
                <a:cs typeface="Georgia"/>
              </a:defRPr>
            </a:lvl3pPr>
            <a:lvl4pPr algn="l">
              <a:defRPr sz="4875" b="0">
                <a:solidFill>
                  <a:srgbClr val="F6F3EE"/>
                </a:solidFill>
                <a:latin typeface="Georgia"/>
                <a:ea typeface="Georgia"/>
                <a:cs typeface="Georgia"/>
              </a:defRPr>
            </a:lvl4pPr>
            <a:lvl5pPr algn="l">
              <a:defRPr sz="4875" b="0">
                <a:solidFill>
                  <a:srgbClr val="F6F3EE"/>
                </a:solidFill>
                <a:latin typeface="Georgia"/>
                <a:ea typeface="Georgia"/>
                <a:cs typeface="Georgia"/>
              </a:defRPr>
            </a:lvl5pPr>
            <a:lvl6pPr algn="l">
              <a:defRPr sz="4875" b="0">
                <a:solidFill>
                  <a:srgbClr val="F6F3EE"/>
                </a:solidFill>
                <a:latin typeface="Georgia"/>
                <a:ea typeface="Georgia"/>
                <a:cs typeface="Georgia"/>
              </a:defRPr>
            </a:lvl6pPr>
            <a:lvl7pPr algn="l">
              <a:defRPr sz="4875" b="0">
                <a:solidFill>
                  <a:srgbClr val="F6F3EE"/>
                </a:solidFill>
                <a:latin typeface="Georgia"/>
                <a:ea typeface="Georgia"/>
                <a:cs typeface="Georgia"/>
              </a:defRPr>
            </a:lvl7pPr>
            <a:lvl8pPr algn="l">
              <a:defRPr sz="4875" b="0">
                <a:solidFill>
                  <a:srgbClr val="F6F3EE"/>
                </a:solidFill>
                <a:latin typeface="Georgia"/>
                <a:ea typeface="Georgia"/>
                <a:cs typeface="Georgia"/>
              </a:defRPr>
            </a:lvl8pPr>
            <a:lvl9pPr algn="l">
              <a:defRPr sz="4875" b="0">
                <a:solidFill>
                  <a:srgbClr val="F6F3EE"/>
                </a:solidFill>
                <a:latin typeface="Georgia"/>
                <a:ea typeface="Georgia"/>
                <a:cs typeface="Georgia"/>
              </a:defRPr>
            </a:lvl9pPr>
          </a:lstStyle>
          <a:p>
            <a:pPr algn="l">
              <a:defRPr sz="4875" b="0">
                <a:solidFill>
                  <a:srgbClr val="F6F3EE"/>
                </a:solidFill>
                <a:latin typeface="Georgia"/>
                <a:ea typeface="Georgia"/>
                <a:cs typeface="Georgia"/>
              </a:defRPr>
            </a:pPr>
            <a:r>
              <a:rPr sz="4875" b="0">
                <a:solidFill>
                  <a:srgbClr val="F6F3EE"/>
                </a:solidFill>
                <a:latin typeface="Georgia"/>
                <a:ea typeface="Georgia"/>
                <a:cs typeface="Georgia"/>
              </a:rPr>
              <a:t>L’œuvre se raconte</a:t>
            </a:r>
          </a:p>
          <a:p>
            <a:pPr algn="l">
              <a:defRPr sz="4875" b="0">
                <a:solidFill>
                  <a:srgbClr val="F6F3EE"/>
                </a:solidFill>
                <a:latin typeface="Georgia"/>
                <a:ea typeface="Georgia"/>
                <a:cs typeface="Georgia"/>
              </a:defRPr>
            </a:pPr>
            <a:r>
              <a:rPr sz="4875" b="0">
                <a:solidFill>
                  <a:srgbClr val="F6F3EE"/>
                </a:solidFill>
                <a:latin typeface="Georgia"/>
                <a:ea typeface="Georgia"/>
                <a:cs typeface="Georgia"/>
              </a:rPr>
              <a:t>pendant l’exploration</a:t>
            </a:r>
          </a:p>
        </p:txBody>
      </p:sp>
      <p:sp>
        <p:nvSpPr>
          <p:cNvPr id="4" name="« Vous découvrez la partie supérieure d’une statue c">
            <a:extLst>
              <a:ext uri="{FF2B5EF4-FFF2-40B4-BE49-F238E27FC236}">
                <a16:creationId xmlns:a16="http://schemas.microsoft.com/office/drawing/2014/main" id="{1C2674BF-D6A2-410C-BDE2-3302B807E8BA}"/>
              </a:ext>
            </a:extLst>
          </p:cNvPr>
          <p:cNvSpPr>
            <a:spLocks noGrp="1"/>
          </p:cNvSpPr>
          <p:nvPr/>
        </p:nvSpPr>
        <p:spPr>
          <a:xfrm>
            <a:off x="914400" y="3476625"/>
            <a:ext cx="7524750" cy="2286000"/>
          </a:xfrm>
          <a:prstGeom prst="rect">
            <a:avLst/>
          </a:prstGeom>
          <a:noFill/>
          <a:ln w="0">
            <a:noFill/>
          </a:ln>
        </p:spPr>
        <p:txBody>
          <a:bodyPr wrap="square" lIns="0" tIns="0" rIns="0" bIns="0" anchor="t">
            <a:noAutofit/>
          </a:bodyPr>
          <a:lstStyle>
            <a:defPPr algn="l">
              <a:defRPr sz="2925" b="0">
                <a:solidFill>
                  <a:srgbClr val="F6F3EE"/>
                </a:solidFill>
                <a:latin typeface="Arial"/>
                <a:ea typeface="Arial"/>
                <a:cs typeface="Arial"/>
              </a:defRPr>
            </a:defPPr>
            <a:lvl1pPr algn="l">
              <a:defRPr sz="2925" b="0">
                <a:solidFill>
                  <a:srgbClr val="F6F3EE"/>
                </a:solidFill>
                <a:latin typeface="Arial"/>
                <a:ea typeface="Arial"/>
                <a:cs typeface="Arial"/>
              </a:defRPr>
            </a:lvl1pPr>
            <a:lvl2pPr algn="l">
              <a:defRPr sz="2925" b="0">
                <a:solidFill>
                  <a:srgbClr val="F6F3EE"/>
                </a:solidFill>
                <a:latin typeface="Arial"/>
                <a:ea typeface="Arial"/>
                <a:cs typeface="Arial"/>
              </a:defRPr>
            </a:lvl2pPr>
            <a:lvl3pPr algn="l">
              <a:defRPr sz="2925" b="0">
                <a:solidFill>
                  <a:srgbClr val="F6F3EE"/>
                </a:solidFill>
                <a:latin typeface="Arial"/>
                <a:ea typeface="Arial"/>
                <a:cs typeface="Arial"/>
              </a:defRPr>
            </a:lvl3pPr>
            <a:lvl4pPr algn="l">
              <a:defRPr sz="2925" b="0">
                <a:solidFill>
                  <a:srgbClr val="F6F3EE"/>
                </a:solidFill>
                <a:latin typeface="Arial"/>
                <a:ea typeface="Arial"/>
                <a:cs typeface="Arial"/>
              </a:defRPr>
            </a:lvl4pPr>
            <a:lvl5pPr algn="l">
              <a:defRPr sz="2925" b="0">
                <a:solidFill>
                  <a:srgbClr val="F6F3EE"/>
                </a:solidFill>
                <a:latin typeface="Arial"/>
                <a:ea typeface="Arial"/>
                <a:cs typeface="Arial"/>
              </a:defRPr>
            </a:lvl5pPr>
            <a:lvl6pPr algn="l">
              <a:defRPr sz="2925" b="0">
                <a:solidFill>
                  <a:srgbClr val="F6F3EE"/>
                </a:solidFill>
                <a:latin typeface="Arial"/>
                <a:ea typeface="Arial"/>
                <a:cs typeface="Arial"/>
              </a:defRPr>
            </a:lvl6pPr>
            <a:lvl7pPr algn="l">
              <a:defRPr sz="2925" b="0">
                <a:solidFill>
                  <a:srgbClr val="F6F3EE"/>
                </a:solidFill>
                <a:latin typeface="Arial"/>
                <a:ea typeface="Arial"/>
                <a:cs typeface="Arial"/>
              </a:defRPr>
            </a:lvl7pPr>
            <a:lvl8pPr algn="l">
              <a:defRPr sz="2925" b="0">
                <a:solidFill>
                  <a:srgbClr val="F6F3EE"/>
                </a:solidFill>
                <a:latin typeface="Arial"/>
                <a:ea typeface="Arial"/>
                <a:cs typeface="Arial"/>
              </a:defRPr>
            </a:lvl8pPr>
            <a:lvl9pPr algn="l">
              <a:defRPr sz="2925" b="0">
                <a:solidFill>
                  <a:srgbClr val="F6F3EE"/>
                </a:solidFill>
                <a:latin typeface="Arial"/>
                <a:ea typeface="Arial"/>
                <a:cs typeface="Arial"/>
              </a:defRPr>
            </a:lvl9pPr>
          </a:lstStyle>
          <a:p>
            <a:pPr algn="l">
              <a:defRPr sz="2925" b="0">
                <a:solidFill>
                  <a:srgbClr val="F6F3EE"/>
                </a:solidFill>
                <a:latin typeface="Arial"/>
                <a:ea typeface="Arial"/>
                <a:cs typeface="Arial"/>
              </a:defRPr>
            </a:pPr>
            <a:r>
              <a:rPr sz="2925" b="0">
                <a:solidFill>
                  <a:srgbClr val="F6F3EE"/>
                </a:solidFill>
                <a:latin typeface="Arial"/>
                <a:ea typeface="Arial"/>
                <a:cs typeface="Arial"/>
              </a:rPr>
              <a:t>« Vous découvrez la partie supérieure d’une statue colossale de Ramsès deux. »</a:t>
            </a:r>
          </a:p>
        </p:txBody>
      </p:sp>
      <p:sp>
        <p:nvSpPr>
          <p:cNvPr id="5" name="Extrait du texte réellement narré · Ramsès II">
            <a:extLst>
              <a:ext uri="{FF2B5EF4-FFF2-40B4-BE49-F238E27FC236}">
                <a16:creationId xmlns:a16="http://schemas.microsoft.com/office/drawing/2014/main" id="{ECC1F175-AA56-4969-9FF0-A4DBCCBC6E8B}"/>
              </a:ext>
            </a:extLst>
          </p:cNvPr>
          <p:cNvSpPr>
            <a:spLocks noGrp="1"/>
          </p:cNvSpPr>
          <p:nvPr/>
        </p:nvSpPr>
        <p:spPr>
          <a:xfrm>
            <a:off x="952500" y="6105525"/>
            <a:ext cx="7620000" cy="476250"/>
          </a:xfrm>
          <a:prstGeom prst="rect">
            <a:avLst/>
          </a:prstGeom>
          <a:noFill/>
          <a:ln w="0">
            <a:noFill/>
          </a:ln>
        </p:spPr>
        <p:txBody>
          <a:bodyPr wrap="square" lIns="0" tIns="0" rIns="0" bIns="0" anchor="t">
            <a:noAutofit/>
          </a:bodyPr>
          <a:lstStyle>
            <a:defPPr algn="l">
              <a:defRPr sz="2025" b="1">
                <a:solidFill>
                  <a:srgbClr val="BD9661"/>
                </a:solidFill>
                <a:latin typeface="Arial"/>
                <a:ea typeface="Arial"/>
                <a:cs typeface="Arial"/>
              </a:defRPr>
            </a:defPPr>
            <a:lvl1pPr algn="l">
              <a:defRPr sz="2025" b="1">
                <a:solidFill>
                  <a:srgbClr val="BD9661"/>
                </a:solidFill>
                <a:latin typeface="Arial"/>
                <a:ea typeface="Arial"/>
                <a:cs typeface="Arial"/>
              </a:defRPr>
            </a:lvl1pPr>
            <a:lvl2pPr algn="l">
              <a:defRPr sz="2025" b="1">
                <a:solidFill>
                  <a:srgbClr val="BD9661"/>
                </a:solidFill>
                <a:latin typeface="Arial"/>
                <a:ea typeface="Arial"/>
                <a:cs typeface="Arial"/>
              </a:defRPr>
            </a:lvl2pPr>
            <a:lvl3pPr algn="l">
              <a:defRPr sz="2025" b="1">
                <a:solidFill>
                  <a:srgbClr val="BD9661"/>
                </a:solidFill>
                <a:latin typeface="Arial"/>
                <a:ea typeface="Arial"/>
                <a:cs typeface="Arial"/>
              </a:defRPr>
            </a:lvl3pPr>
            <a:lvl4pPr algn="l">
              <a:defRPr sz="2025" b="1">
                <a:solidFill>
                  <a:srgbClr val="BD9661"/>
                </a:solidFill>
                <a:latin typeface="Arial"/>
                <a:ea typeface="Arial"/>
                <a:cs typeface="Arial"/>
              </a:defRPr>
            </a:lvl4pPr>
            <a:lvl5pPr algn="l">
              <a:defRPr sz="2025" b="1">
                <a:solidFill>
                  <a:srgbClr val="BD9661"/>
                </a:solidFill>
                <a:latin typeface="Arial"/>
                <a:ea typeface="Arial"/>
                <a:cs typeface="Arial"/>
              </a:defRPr>
            </a:lvl5pPr>
            <a:lvl6pPr algn="l">
              <a:defRPr sz="2025" b="1">
                <a:solidFill>
                  <a:srgbClr val="BD9661"/>
                </a:solidFill>
                <a:latin typeface="Arial"/>
                <a:ea typeface="Arial"/>
                <a:cs typeface="Arial"/>
              </a:defRPr>
            </a:lvl6pPr>
            <a:lvl7pPr algn="l">
              <a:defRPr sz="2025" b="1">
                <a:solidFill>
                  <a:srgbClr val="BD9661"/>
                </a:solidFill>
                <a:latin typeface="Arial"/>
                <a:ea typeface="Arial"/>
                <a:cs typeface="Arial"/>
              </a:defRPr>
            </a:lvl7pPr>
            <a:lvl8pPr algn="l">
              <a:defRPr sz="2025" b="1">
                <a:solidFill>
                  <a:srgbClr val="BD9661"/>
                </a:solidFill>
                <a:latin typeface="Arial"/>
                <a:ea typeface="Arial"/>
                <a:cs typeface="Arial"/>
              </a:defRPr>
            </a:lvl8pPr>
            <a:lvl9pPr algn="l">
              <a:defRPr sz="2025" b="1">
                <a:solidFill>
                  <a:srgbClr val="BD9661"/>
                </a:solidFill>
                <a:latin typeface="Arial"/>
                <a:ea typeface="Arial"/>
                <a:cs typeface="Arial"/>
              </a:defRPr>
            </a:lvl9pPr>
          </a:lstStyle>
          <a:p>
            <a:pPr algn="l">
              <a:defRPr sz="2025" b="1">
                <a:solidFill>
                  <a:srgbClr val="BD9661"/>
                </a:solidFill>
                <a:latin typeface="Arial"/>
                <a:ea typeface="Arial"/>
                <a:cs typeface="Arial"/>
              </a:defRPr>
            </a:pPr>
            <a:r>
              <a:rPr sz="2025" b="1">
                <a:solidFill>
                  <a:srgbClr val="BD9661"/>
                </a:solidFill>
                <a:latin typeface="Arial"/>
                <a:ea typeface="Arial"/>
                <a:cs typeface="Arial"/>
              </a:rPr>
              <a:t>Extrait du texte réellement narré · Ramsès II</a:t>
            </a:r>
          </a:p>
        </p:txBody>
      </p:sp>
      <p:sp>
        <p:nvSpPr>
          <p:cNvPr id="6" name="En AR, la voix suit le modèle.&#10;Hors caméra, elle acc">
            <a:extLst>
              <a:ext uri="{FF2B5EF4-FFF2-40B4-BE49-F238E27FC236}">
                <a16:creationId xmlns:a16="http://schemas.microsoft.com/office/drawing/2014/main" id="{2760EA6C-574F-4BCF-B755-44C40E917127}"/>
              </a:ext>
            </a:extLst>
          </p:cNvPr>
          <p:cNvSpPr>
            <a:spLocks noGrp="1"/>
          </p:cNvSpPr>
          <p:nvPr/>
        </p:nvSpPr>
        <p:spPr>
          <a:xfrm>
            <a:off x="952500" y="6953250"/>
            <a:ext cx="6572250" cy="1409700"/>
          </a:xfrm>
          <a:prstGeom prst="rect">
            <a:avLst/>
          </a:prstGeom>
          <a:noFill/>
          <a:ln w="0">
            <a:noFill/>
          </a:ln>
        </p:spPr>
        <p:txBody>
          <a:bodyPr wrap="square" lIns="0" tIns="0" rIns="0" bIns="0" anchor="t">
            <a:noAutofit/>
          </a:bodyPr>
          <a:lstStyle>
            <a:defPPr algn="l">
              <a:defRPr sz="2325" b="0">
                <a:solidFill>
                  <a:srgbClr val="DFD5C1"/>
                </a:solidFill>
                <a:latin typeface="Arial"/>
                <a:ea typeface="Arial"/>
                <a:cs typeface="Arial"/>
              </a:defRPr>
            </a:defPPr>
            <a:lvl1pPr algn="l">
              <a:defRPr sz="2325" b="0">
                <a:solidFill>
                  <a:srgbClr val="DFD5C1"/>
                </a:solidFill>
                <a:latin typeface="Arial"/>
                <a:ea typeface="Arial"/>
                <a:cs typeface="Arial"/>
              </a:defRPr>
            </a:lvl1pPr>
            <a:lvl2pPr algn="l">
              <a:defRPr sz="2325" b="0">
                <a:solidFill>
                  <a:srgbClr val="DFD5C1"/>
                </a:solidFill>
                <a:latin typeface="Arial"/>
                <a:ea typeface="Arial"/>
                <a:cs typeface="Arial"/>
              </a:defRPr>
            </a:lvl2pPr>
            <a:lvl3pPr algn="l">
              <a:defRPr sz="2325" b="0">
                <a:solidFill>
                  <a:srgbClr val="DFD5C1"/>
                </a:solidFill>
                <a:latin typeface="Arial"/>
                <a:ea typeface="Arial"/>
                <a:cs typeface="Arial"/>
              </a:defRPr>
            </a:lvl3pPr>
            <a:lvl4pPr algn="l">
              <a:defRPr sz="2325" b="0">
                <a:solidFill>
                  <a:srgbClr val="DFD5C1"/>
                </a:solidFill>
                <a:latin typeface="Arial"/>
                <a:ea typeface="Arial"/>
                <a:cs typeface="Arial"/>
              </a:defRPr>
            </a:lvl4pPr>
            <a:lvl5pPr algn="l">
              <a:defRPr sz="2325" b="0">
                <a:solidFill>
                  <a:srgbClr val="DFD5C1"/>
                </a:solidFill>
                <a:latin typeface="Arial"/>
                <a:ea typeface="Arial"/>
                <a:cs typeface="Arial"/>
              </a:defRPr>
            </a:lvl5pPr>
            <a:lvl6pPr algn="l">
              <a:defRPr sz="2325" b="0">
                <a:solidFill>
                  <a:srgbClr val="DFD5C1"/>
                </a:solidFill>
                <a:latin typeface="Arial"/>
                <a:ea typeface="Arial"/>
                <a:cs typeface="Arial"/>
              </a:defRPr>
            </a:lvl6pPr>
            <a:lvl7pPr algn="l">
              <a:defRPr sz="2325" b="0">
                <a:solidFill>
                  <a:srgbClr val="DFD5C1"/>
                </a:solidFill>
                <a:latin typeface="Arial"/>
                <a:ea typeface="Arial"/>
                <a:cs typeface="Arial"/>
              </a:defRPr>
            </a:lvl7pPr>
            <a:lvl8pPr algn="l">
              <a:defRPr sz="2325" b="0">
                <a:solidFill>
                  <a:srgbClr val="DFD5C1"/>
                </a:solidFill>
                <a:latin typeface="Arial"/>
                <a:ea typeface="Arial"/>
                <a:cs typeface="Arial"/>
              </a:defRPr>
            </a:lvl8pPr>
            <a:lvl9pPr algn="l">
              <a:defRPr sz="2325" b="0">
                <a:solidFill>
                  <a:srgbClr val="DFD5C1"/>
                </a:solidFill>
                <a:latin typeface="Arial"/>
                <a:ea typeface="Arial"/>
                <a:cs typeface="Arial"/>
              </a:defRPr>
            </a:lvl9pPr>
          </a:lstStyle>
          <a:p>
            <a:pPr algn="l">
              <a:defRPr sz="2325" b="0">
                <a:solidFill>
                  <a:srgbClr val="DFD5C1"/>
                </a:solidFill>
                <a:latin typeface="Arial"/>
                <a:ea typeface="Arial"/>
                <a:cs typeface="Arial"/>
              </a:defRPr>
            </a:pPr>
            <a:r>
              <a:rPr sz="2325" b="0">
                <a:solidFill>
                  <a:srgbClr val="DFD5C1"/>
                </a:solidFill>
                <a:latin typeface="Arial"/>
                <a:ea typeface="Arial"/>
                <a:cs typeface="Arial"/>
              </a:rPr>
              <a:t>En AR, la voix suit le modèle.</a:t>
            </a:r>
          </a:p>
          <a:p>
            <a:pPr algn="l">
              <a:defRPr sz="2325" b="0">
                <a:solidFill>
                  <a:srgbClr val="DFD5C1"/>
                </a:solidFill>
                <a:latin typeface="Arial"/>
                <a:ea typeface="Arial"/>
                <a:cs typeface="Arial"/>
              </a:defRPr>
            </a:pPr>
            <a:r>
              <a:rPr sz="2325" b="0">
                <a:solidFill>
                  <a:srgbClr val="DFD5C1"/>
                </a:solidFill>
                <a:latin typeface="Arial"/>
                <a:ea typeface="Arial"/>
                <a:cs typeface="Arial"/>
              </a:rPr>
              <a:t>Hors caméra, elle accompagne</a:t>
            </a:r>
          </a:p>
          <a:p>
            <a:pPr algn="l">
              <a:defRPr sz="2325" b="0">
                <a:solidFill>
                  <a:srgbClr val="DFD5C1"/>
                </a:solidFill>
                <a:latin typeface="Arial"/>
                <a:ea typeface="Arial"/>
                <a:cs typeface="Arial"/>
              </a:defRPr>
            </a:pPr>
            <a:r>
              <a:rPr sz="2325" b="0">
                <a:solidFill>
                  <a:srgbClr val="DFD5C1"/>
                </a:solidFill>
                <a:latin typeface="Arial"/>
                <a:ea typeface="Arial"/>
                <a:cs typeface="Arial"/>
              </a:rPr>
              <a:t>la manipulation en son 2D.</a:t>
            </a:r>
          </a:p>
        </p:txBody>
      </p:sp>
    </p:spTree>
    <p:extLst>
      <p:ext uri="{BB962C8B-B14F-4D97-AF65-F5344CB8AC3E}">
        <p14:creationId xmlns:p14="http://schemas.microsoft.com/office/powerpoint/2010/main" val="121432781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0"/>
                      </p:stCondLst>
                      <p:childTnLst>
                        <p:par>
                          <p:cTn id="4" presetID="10" presetClass="entr" presetSubtype="0" fill="hold" nodeType="afterEffect">
                            <p:stCondLst>
                              <p:cond delay="150"/>
                            </p:stCondLst>
                            <p:childTnLst>
                              <p:set>
                                <p:cBhvr>
                                  <p:cTn id="5" dur="1" fill="hold">
                                    <p:stCondLst>
                                      <p:cond delay="0"/>
                                    </p:stCondLst>
                                  </p:cTn>
                                  <p:tgtEl>
                                    <p:spTgt spid="4"/>
                                  </p:tgtEl>
                                  <p:attrNameLst>
                                    <p:attrName>style.visibility</p:attrName>
                                  </p:attrNameLst>
                                </p:cBhvr>
                                <p:to>
                                  <p:strVal val="visible"/>
                                </p:to>
                              </p:set>
                              <p:animEffect transition="in" filter="fade">
                                <p:cBhvr>
                                  <p:cTn id="6" dur="350" fill="hold"/>
                                  <p:tgtEl>
                                    <p:spTgt spid="4"/>
                                  </p:tgtEl>
                                </p:cBhvr>
                              </p:animEffect>
                            </p:childTnLst>
                          </p:cTn>
                        </p:par>
                        <p:par>
                          <p:cTn id="7" presetID="10" presetClass="entr" presetSubtype="0" fill="hold" nodeType="afterEffect">
                            <p:stCondLst>
                              <p:cond delay="450"/>
                            </p:stCondLst>
                            <p:childTnLst>
                              <p:set>
                                <p:cBhvr>
                                  <p:cTn id="8" dur="1" fill="hold">
                                    <p:stCondLst>
                                      <p:cond delay="0"/>
                                    </p:stCondLst>
                                  </p:cTn>
                                  <p:tgtEl>
                                    <p:spTgt spid="5"/>
                                  </p:tgtEl>
                                  <p:attrNameLst>
                                    <p:attrName>style.visibility</p:attrName>
                                  </p:attrNameLst>
                                </p:cBhvr>
                                <p:to>
                                  <p:strVal val="visible"/>
                                </p:to>
                              </p:set>
                              <p:animEffect transition="in" filter="fade">
                                <p:cBhvr>
                                  <p:cTn id="9" dur="350" fill="hold"/>
                                  <p:tgtEl>
                                    <p:spTgt spid="5"/>
                                  </p:tgtEl>
                                </p:cBhvr>
                              </p:animEffect>
                            </p:childTnLst>
                          </p:cTn>
                        </p:par>
                        <p:par>
                          <p:cTn id="10" presetID="10" presetClass="entr" presetSubtype="0" fill="hold" nodeType="afterEffect">
                            <p:stCondLst>
                              <p:cond delay="75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350" fill="hold"/>
                                  <p:tgtEl>
                                    <p:spTgt spid="6"/>
                                  </p:tgtEl>
                                </p:cBhvr>
                              </p:animEffect>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6F3EE"/>
        </a:solid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C9F5BD2B-3D48-4DFA-A5A6-800183398F23}"/>
              </a:ext>
            </a:extLst>
          </p:cNvPr>
          <p:cNvPicPr>
            <a:picLocks noChangeAspect="1"/>
          </p:cNvPicPr>
          <p:nvPr/>
        </p:nvPicPr>
        <p:blipFill>
          <a:blip r:embed="rId3"/>
          <a:srcRect t="8333" b="8333"/>
          <a:stretch>
            <a:fillRect/>
          </a:stretch>
        </p:blipFill>
        <p:spPr>
          <a:xfrm>
            <a:off x="0" y="0"/>
            <a:ext cx="6858000" cy="8572500"/>
          </a:xfrm>
          <a:prstGeom prst="rect">
            <a:avLst/>
          </a:prstGeom>
        </p:spPr>
      </p:pic>
      <p:sp>
        <p:nvSpPr>
          <p:cNvPr id="2" name="La visite s’adapte&#10;au visiteur">
            <a:extLst>
              <a:ext uri="{FF2B5EF4-FFF2-40B4-BE49-F238E27FC236}">
                <a16:creationId xmlns:a16="http://schemas.microsoft.com/office/drawing/2014/main" id="{8E8676CF-D814-4AE7-85CF-B95FC805CEA5}"/>
              </a:ext>
            </a:extLst>
          </p:cNvPr>
          <p:cNvSpPr>
            <a:spLocks noGrp="1"/>
          </p:cNvSpPr>
          <p:nvPr/>
        </p:nvSpPr>
        <p:spPr>
          <a:xfrm>
            <a:off x="7620000" y="1000125"/>
            <a:ext cx="6858000" cy="1571625"/>
          </a:xfrm>
          <a:prstGeom prst="rect">
            <a:avLst/>
          </a:prstGeom>
          <a:noFill/>
          <a:ln w="0">
            <a:noFill/>
          </a:ln>
        </p:spPr>
        <p:txBody>
          <a:bodyPr wrap="square" lIns="0" tIns="0" rIns="0" bIns="0" anchor="t">
            <a:noAutofit/>
          </a:bodyPr>
          <a:lstStyle>
            <a:defPPr algn="l">
              <a:defRPr sz="4875" b="0">
                <a:solidFill>
                  <a:srgbClr val="203A32"/>
                </a:solidFill>
                <a:latin typeface="Georgia"/>
                <a:ea typeface="Georgia"/>
                <a:cs typeface="Georgia"/>
              </a:defRPr>
            </a:defPPr>
            <a:lvl1pPr algn="l">
              <a:defRPr sz="4875" b="0">
                <a:solidFill>
                  <a:srgbClr val="203A32"/>
                </a:solidFill>
                <a:latin typeface="Georgia"/>
                <a:ea typeface="Georgia"/>
                <a:cs typeface="Georgia"/>
              </a:defRPr>
            </a:lvl1pPr>
            <a:lvl2pPr algn="l">
              <a:defRPr sz="4875" b="0">
                <a:solidFill>
                  <a:srgbClr val="203A32"/>
                </a:solidFill>
                <a:latin typeface="Georgia"/>
                <a:ea typeface="Georgia"/>
                <a:cs typeface="Georgia"/>
              </a:defRPr>
            </a:lvl2pPr>
            <a:lvl3pPr algn="l">
              <a:defRPr sz="4875" b="0">
                <a:solidFill>
                  <a:srgbClr val="203A32"/>
                </a:solidFill>
                <a:latin typeface="Georgia"/>
                <a:ea typeface="Georgia"/>
                <a:cs typeface="Georgia"/>
              </a:defRPr>
            </a:lvl3pPr>
            <a:lvl4pPr algn="l">
              <a:defRPr sz="4875" b="0">
                <a:solidFill>
                  <a:srgbClr val="203A32"/>
                </a:solidFill>
                <a:latin typeface="Georgia"/>
                <a:ea typeface="Georgia"/>
                <a:cs typeface="Georgia"/>
              </a:defRPr>
            </a:lvl4pPr>
            <a:lvl5pPr algn="l">
              <a:defRPr sz="4875" b="0">
                <a:solidFill>
                  <a:srgbClr val="203A32"/>
                </a:solidFill>
                <a:latin typeface="Georgia"/>
                <a:ea typeface="Georgia"/>
                <a:cs typeface="Georgia"/>
              </a:defRPr>
            </a:lvl5pPr>
            <a:lvl6pPr algn="l">
              <a:defRPr sz="4875" b="0">
                <a:solidFill>
                  <a:srgbClr val="203A32"/>
                </a:solidFill>
                <a:latin typeface="Georgia"/>
                <a:ea typeface="Georgia"/>
                <a:cs typeface="Georgia"/>
              </a:defRPr>
            </a:lvl6pPr>
            <a:lvl7pPr algn="l">
              <a:defRPr sz="4875" b="0">
                <a:solidFill>
                  <a:srgbClr val="203A32"/>
                </a:solidFill>
                <a:latin typeface="Georgia"/>
                <a:ea typeface="Georgia"/>
                <a:cs typeface="Georgia"/>
              </a:defRPr>
            </a:lvl7pPr>
            <a:lvl8pPr algn="l">
              <a:defRPr sz="4875" b="0">
                <a:solidFill>
                  <a:srgbClr val="203A32"/>
                </a:solidFill>
                <a:latin typeface="Georgia"/>
                <a:ea typeface="Georgia"/>
                <a:cs typeface="Georgia"/>
              </a:defRPr>
            </a:lvl8pPr>
            <a:lvl9pPr algn="l">
              <a:defRPr sz="4875" b="0">
                <a:solidFill>
                  <a:srgbClr val="203A32"/>
                </a:solidFill>
                <a:latin typeface="Georgia"/>
                <a:ea typeface="Georgia"/>
                <a:cs typeface="Georgia"/>
              </a:defRPr>
            </a:lvl9pPr>
          </a:lstStyle>
          <a:p>
            <a:pPr algn="l">
              <a:defRPr sz="4875" b="0">
                <a:solidFill>
                  <a:srgbClr val="203A32"/>
                </a:solidFill>
                <a:latin typeface="Georgia"/>
                <a:ea typeface="Georgia"/>
                <a:cs typeface="Georgia"/>
              </a:defRPr>
            </a:pPr>
            <a:r>
              <a:rPr sz="4875" b="0">
                <a:solidFill>
                  <a:srgbClr val="203A32"/>
                </a:solidFill>
                <a:latin typeface="Georgia"/>
                <a:ea typeface="Georgia"/>
                <a:cs typeface="Georgia"/>
              </a:rPr>
              <a:t>La visite s’adapte</a:t>
            </a:r>
          </a:p>
          <a:p>
            <a:pPr algn="l">
              <a:defRPr sz="4875" b="0">
                <a:solidFill>
                  <a:srgbClr val="203A32"/>
                </a:solidFill>
                <a:latin typeface="Georgia"/>
                <a:ea typeface="Georgia"/>
                <a:cs typeface="Georgia"/>
              </a:defRPr>
            </a:pPr>
            <a:r>
              <a:rPr sz="4875" b="0">
                <a:solidFill>
                  <a:srgbClr val="203A32"/>
                </a:solidFill>
                <a:latin typeface="Georgia"/>
                <a:ea typeface="Georgia"/>
                <a:cs typeface="Georgia"/>
              </a:rPr>
              <a:t>au visiteur</a:t>
            </a:r>
          </a:p>
        </p:txBody>
      </p:sp>
      <p:sp>
        <p:nvSpPr>
          <p:cNvPr id="3" name="Français">
            <a:extLst>
              <a:ext uri="{FF2B5EF4-FFF2-40B4-BE49-F238E27FC236}">
                <a16:creationId xmlns:a16="http://schemas.microsoft.com/office/drawing/2014/main" id="{FF087594-A9DC-4BC3-AB92-AFF2ECB92AE2}"/>
              </a:ext>
            </a:extLst>
          </p:cNvPr>
          <p:cNvSpPr>
            <a:spLocks noGrp="1"/>
          </p:cNvSpPr>
          <p:nvPr/>
        </p:nvSpPr>
        <p:spPr>
          <a:xfrm>
            <a:off x="7696200" y="3333750"/>
            <a:ext cx="6667500" cy="628650"/>
          </a:xfrm>
          <a:prstGeom prst="rect">
            <a:avLst/>
          </a:prstGeom>
          <a:noFill/>
          <a:ln w="0">
            <a:noFill/>
          </a:ln>
        </p:spPr>
        <p:txBody>
          <a:bodyPr wrap="square" lIns="0" tIns="0" rIns="0" bIns="0" anchor="t">
            <a:noAutofit/>
          </a:bodyPr>
          <a:lstStyle>
            <a:defPPr algn="l">
              <a:defRPr sz="3450" b="0">
                <a:solidFill>
                  <a:srgbClr val="203A32"/>
                </a:solidFill>
                <a:latin typeface="Georgia"/>
                <a:ea typeface="Georgia"/>
                <a:cs typeface="Georgia"/>
              </a:defRPr>
            </a:defPPr>
            <a:lvl1pPr algn="l">
              <a:defRPr sz="3450" b="0">
                <a:solidFill>
                  <a:srgbClr val="203A32"/>
                </a:solidFill>
                <a:latin typeface="Georgia"/>
                <a:ea typeface="Georgia"/>
                <a:cs typeface="Georgia"/>
              </a:defRPr>
            </a:lvl1pPr>
            <a:lvl2pPr algn="l">
              <a:defRPr sz="3450" b="0">
                <a:solidFill>
                  <a:srgbClr val="203A32"/>
                </a:solidFill>
                <a:latin typeface="Georgia"/>
                <a:ea typeface="Georgia"/>
                <a:cs typeface="Georgia"/>
              </a:defRPr>
            </a:lvl2pPr>
            <a:lvl3pPr algn="l">
              <a:defRPr sz="3450" b="0">
                <a:solidFill>
                  <a:srgbClr val="203A32"/>
                </a:solidFill>
                <a:latin typeface="Georgia"/>
                <a:ea typeface="Georgia"/>
                <a:cs typeface="Georgia"/>
              </a:defRPr>
            </a:lvl3pPr>
            <a:lvl4pPr algn="l">
              <a:defRPr sz="3450" b="0">
                <a:solidFill>
                  <a:srgbClr val="203A32"/>
                </a:solidFill>
                <a:latin typeface="Georgia"/>
                <a:ea typeface="Georgia"/>
                <a:cs typeface="Georgia"/>
              </a:defRPr>
            </a:lvl4pPr>
            <a:lvl5pPr algn="l">
              <a:defRPr sz="3450" b="0">
                <a:solidFill>
                  <a:srgbClr val="203A32"/>
                </a:solidFill>
                <a:latin typeface="Georgia"/>
                <a:ea typeface="Georgia"/>
                <a:cs typeface="Georgia"/>
              </a:defRPr>
            </a:lvl5pPr>
            <a:lvl6pPr algn="l">
              <a:defRPr sz="3450" b="0">
                <a:solidFill>
                  <a:srgbClr val="203A32"/>
                </a:solidFill>
                <a:latin typeface="Georgia"/>
                <a:ea typeface="Georgia"/>
                <a:cs typeface="Georgia"/>
              </a:defRPr>
            </a:lvl6pPr>
            <a:lvl7pPr algn="l">
              <a:defRPr sz="3450" b="0">
                <a:solidFill>
                  <a:srgbClr val="203A32"/>
                </a:solidFill>
                <a:latin typeface="Georgia"/>
                <a:ea typeface="Georgia"/>
                <a:cs typeface="Georgia"/>
              </a:defRPr>
            </a:lvl7pPr>
            <a:lvl8pPr algn="l">
              <a:defRPr sz="3450" b="0">
                <a:solidFill>
                  <a:srgbClr val="203A32"/>
                </a:solidFill>
                <a:latin typeface="Georgia"/>
                <a:ea typeface="Georgia"/>
                <a:cs typeface="Georgia"/>
              </a:defRPr>
            </a:lvl8pPr>
            <a:lvl9pPr algn="l">
              <a:defRPr sz="3450" b="0">
                <a:solidFill>
                  <a:srgbClr val="203A32"/>
                </a:solidFill>
                <a:latin typeface="Georgia"/>
                <a:ea typeface="Georgia"/>
                <a:cs typeface="Georgia"/>
              </a:defRPr>
            </a:lvl9pPr>
          </a:lstStyle>
          <a:p>
            <a:pPr algn="l">
              <a:defRPr sz="3450" b="0">
                <a:solidFill>
                  <a:srgbClr val="203A32"/>
                </a:solidFill>
                <a:latin typeface="Georgia"/>
                <a:ea typeface="Georgia"/>
                <a:cs typeface="Georgia"/>
              </a:defRPr>
            </a:pPr>
            <a:r>
              <a:rPr sz="3450" b="0">
                <a:solidFill>
                  <a:srgbClr val="203A32"/>
                </a:solidFill>
                <a:latin typeface="Georgia"/>
                <a:ea typeface="Georgia"/>
                <a:cs typeface="Georgia"/>
              </a:rPr>
              <a:t>Français</a:t>
            </a:r>
          </a:p>
        </p:txBody>
      </p:sp>
      <p:sp>
        <p:nvSpPr>
          <p:cNvPr id="4" name="العربية">
            <a:extLst>
              <a:ext uri="{FF2B5EF4-FFF2-40B4-BE49-F238E27FC236}">
                <a16:creationId xmlns:a16="http://schemas.microsoft.com/office/drawing/2014/main" id="{71EB7FC3-D116-4D52-B4BF-78C74D5CCB2F}"/>
              </a:ext>
            </a:extLst>
          </p:cNvPr>
          <p:cNvSpPr>
            <a:spLocks noGrp="1"/>
          </p:cNvSpPr>
          <p:nvPr/>
        </p:nvSpPr>
        <p:spPr>
          <a:xfrm>
            <a:off x="7696200" y="4143375"/>
            <a:ext cx="6667500" cy="666750"/>
          </a:xfrm>
          <a:prstGeom prst="rect">
            <a:avLst/>
          </a:prstGeom>
          <a:noFill/>
          <a:ln w="0">
            <a:noFill/>
          </a:ln>
        </p:spPr>
        <p:txBody>
          <a:bodyPr wrap="square" lIns="0" tIns="0" rIns="0" bIns="0" anchor="t">
            <a:noAutofit/>
          </a:bodyPr>
          <a:lstStyle>
            <a:defPPr algn="l">
              <a:defRPr sz="3450" b="0">
                <a:solidFill>
                  <a:srgbClr val="BD9661"/>
                </a:solidFill>
                <a:latin typeface="Arial"/>
                <a:ea typeface="Arial"/>
                <a:cs typeface="Arial"/>
              </a:defRPr>
            </a:defPPr>
            <a:lvl1pPr algn="l">
              <a:defRPr sz="3450" b="0">
                <a:solidFill>
                  <a:srgbClr val="BD9661"/>
                </a:solidFill>
                <a:latin typeface="Arial"/>
                <a:ea typeface="Arial"/>
                <a:cs typeface="Arial"/>
              </a:defRPr>
            </a:lvl1pPr>
            <a:lvl2pPr algn="l">
              <a:defRPr sz="3450" b="0">
                <a:solidFill>
                  <a:srgbClr val="BD9661"/>
                </a:solidFill>
                <a:latin typeface="Arial"/>
                <a:ea typeface="Arial"/>
                <a:cs typeface="Arial"/>
              </a:defRPr>
            </a:lvl2pPr>
            <a:lvl3pPr algn="l">
              <a:defRPr sz="3450" b="0">
                <a:solidFill>
                  <a:srgbClr val="BD9661"/>
                </a:solidFill>
                <a:latin typeface="Arial"/>
                <a:ea typeface="Arial"/>
                <a:cs typeface="Arial"/>
              </a:defRPr>
            </a:lvl3pPr>
            <a:lvl4pPr algn="l">
              <a:defRPr sz="3450" b="0">
                <a:solidFill>
                  <a:srgbClr val="BD9661"/>
                </a:solidFill>
                <a:latin typeface="Arial"/>
                <a:ea typeface="Arial"/>
                <a:cs typeface="Arial"/>
              </a:defRPr>
            </a:lvl4pPr>
            <a:lvl5pPr algn="l">
              <a:defRPr sz="3450" b="0">
                <a:solidFill>
                  <a:srgbClr val="BD9661"/>
                </a:solidFill>
                <a:latin typeface="Arial"/>
                <a:ea typeface="Arial"/>
                <a:cs typeface="Arial"/>
              </a:defRPr>
            </a:lvl5pPr>
            <a:lvl6pPr algn="l">
              <a:defRPr sz="3450" b="0">
                <a:solidFill>
                  <a:srgbClr val="BD9661"/>
                </a:solidFill>
                <a:latin typeface="Arial"/>
                <a:ea typeface="Arial"/>
                <a:cs typeface="Arial"/>
              </a:defRPr>
            </a:lvl6pPr>
            <a:lvl7pPr algn="l">
              <a:defRPr sz="3450" b="0">
                <a:solidFill>
                  <a:srgbClr val="BD9661"/>
                </a:solidFill>
                <a:latin typeface="Arial"/>
                <a:ea typeface="Arial"/>
                <a:cs typeface="Arial"/>
              </a:defRPr>
            </a:lvl7pPr>
            <a:lvl8pPr algn="l">
              <a:defRPr sz="3450" b="0">
                <a:solidFill>
                  <a:srgbClr val="BD9661"/>
                </a:solidFill>
                <a:latin typeface="Arial"/>
                <a:ea typeface="Arial"/>
                <a:cs typeface="Arial"/>
              </a:defRPr>
            </a:lvl8pPr>
            <a:lvl9pPr algn="l">
              <a:defRPr sz="3450" b="0">
                <a:solidFill>
                  <a:srgbClr val="BD9661"/>
                </a:solidFill>
                <a:latin typeface="Arial"/>
                <a:ea typeface="Arial"/>
                <a:cs typeface="Arial"/>
              </a:defRPr>
            </a:lvl9pPr>
          </a:lstStyle>
          <a:p>
            <a:pPr algn="l">
              <a:defRPr sz="3450" b="0">
                <a:solidFill>
                  <a:srgbClr val="BD9661"/>
                </a:solidFill>
                <a:latin typeface="Arial"/>
                <a:ea typeface="Arial"/>
                <a:cs typeface="Arial"/>
              </a:defRPr>
            </a:pPr>
            <a:r>
              <a:rPr sz="3450" b="0">
                <a:solidFill>
                  <a:srgbClr val="BD9661"/>
                </a:solidFill>
                <a:latin typeface="Arial"/>
                <a:ea typeface="Arial"/>
                <a:cs typeface="Arial"/>
              </a:rPr>
              <a:t>العربية</a:t>
            </a:r>
          </a:p>
        </p:txBody>
      </p:sp>
      <p:sp>
        <p:nvSpPr>
          <p:cNvPr id="5" name="English">
            <a:extLst>
              <a:ext uri="{FF2B5EF4-FFF2-40B4-BE49-F238E27FC236}">
                <a16:creationId xmlns:a16="http://schemas.microsoft.com/office/drawing/2014/main" id="{823161A6-FFDF-41AC-9BF6-E01D19235E46}"/>
              </a:ext>
            </a:extLst>
          </p:cNvPr>
          <p:cNvSpPr>
            <a:spLocks noGrp="1"/>
          </p:cNvSpPr>
          <p:nvPr/>
        </p:nvSpPr>
        <p:spPr>
          <a:xfrm>
            <a:off x="7696200" y="4953000"/>
            <a:ext cx="6667500" cy="628650"/>
          </a:xfrm>
          <a:prstGeom prst="rect">
            <a:avLst/>
          </a:prstGeom>
          <a:noFill/>
          <a:ln w="0">
            <a:noFill/>
          </a:ln>
        </p:spPr>
        <p:txBody>
          <a:bodyPr wrap="square" lIns="0" tIns="0" rIns="0" bIns="0" anchor="t">
            <a:noAutofit/>
          </a:bodyPr>
          <a:lstStyle>
            <a:defPPr algn="l">
              <a:defRPr sz="3450" b="0">
                <a:solidFill>
                  <a:srgbClr val="203A32"/>
                </a:solidFill>
                <a:latin typeface="Georgia"/>
                <a:ea typeface="Georgia"/>
                <a:cs typeface="Georgia"/>
              </a:defRPr>
            </a:defPPr>
            <a:lvl1pPr algn="l">
              <a:defRPr sz="3450" b="0">
                <a:solidFill>
                  <a:srgbClr val="203A32"/>
                </a:solidFill>
                <a:latin typeface="Georgia"/>
                <a:ea typeface="Georgia"/>
                <a:cs typeface="Georgia"/>
              </a:defRPr>
            </a:lvl1pPr>
            <a:lvl2pPr algn="l">
              <a:defRPr sz="3450" b="0">
                <a:solidFill>
                  <a:srgbClr val="203A32"/>
                </a:solidFill>
                <a:latin typeface="Georgia"/>
                <a:ea typeface="Georgia"/>
                <a:cs typeface="Georgia"/>
              </a:defRPr>
            </a:lvl2pPr>
            <a:lvl3pPr algn="l">
              <a:defRPr sz="3450" b="0">
                <a:solidFill>
                  <a:srgbClr val="203A32"/>
                </a:solidFill>
                <a:latin typeface="Georgia"/>
                <a:ea typeface="Georgia"/>
                <a:cs typeface="Georgia"/>
              </a:defRPr>
            </a:lvl3pPr>
            <a:lvl4pPr algn="l">
              <a:defRPr sz="3450" b="0">
                <a:solidFill>
                  <a:srgbClr val="203A32"/>
                </a:solidFill>
                <a:latin typeface="Georgia"/>
                <a:ea typeface="Georgia"/>
                <a:cs typeface="Georgia"/>
              </a:defRPr>
            </a:lvl4pPr>
            <a:lvl5pPr algn="l">
              <a:defRPr sz="3450" b="0">
                <a:solidFill>
                  <a:srgbClr val="203A32"/>
                </a:solidFill>
                <a:latin typeface="Georgia"/>
                <a:ea typeface="Georgia"/>
                <a:cs typeface="Georgia"/>
              </a:defRPr>
            </a:lvl5pPr>
            <a:lvl6pPr algn="l">
              <a:defRPr sz="3450" b="0">
                <a:solidFill>
                  <a:srgbClr val="203A32"/>
                </a:solidFill>
                <a:latin typeface="Georgia"/>
                <a:ea typeface="Georgia"/>
                <a:cs typeface="Georgia"/>
              </a:defRPr>
            </a:lvl6pPr>
            <a:lvl7pPr algn="l">
              <a:defRPr sz="3450" b="0">
                <a:solidFill>
                  <a:srgbClr val="203A32"/>
                </a:solidFill>
                <a:latin typeface="Georgia"/>
                <a:ea typeface="Georgia"/>
                <a:cs typeface="Georgia"/>
              </a:defRPr>
            </a:lvl7pPr>
            <a:lvl8pPr algn="l">
              <a:defRPr sz="3450" b="0">
                <a:solidFill>
                  <a:srgbClr val="203A32"/>
                </a:solidFill>
                <a:latin typeface="Georgia"/>
                <a:ea typeface="Georgia"/>
                <a:cs typeface="Georgia"/>
              </a:defRPr>
            </a:lvl8pPr>
            <a:lvl9pPr algn="l">
              <a:defRPr sz="3450" b="0">
                <a:solidFill>
                  <a:srgbClr val="203A32"/>
                </a:solidFill>
                <a:latin typeface="Georgia"/>
                <a:ea typeface="Georgia"/>
                <a:cs typeface="Georgia"/>
              </a:defRPr>
            </a:lvl9pPr>
          </a:lstStyle>
          <a:p>
            <a:pPr algn="l">
              <a:defRPr sz="3450" b="0">
                <a:solidFill>
                  <a:srgbClr val="203A32"/>
                </a:solidFill>
                <a:latin typeface="Georgia"/>
                <a:ea typeface="Georgia"/>
                <a:cs typeface="Georgia"/>
              </a:defRPr>
            </a:pPr>
            <a:r>
              <a:rPr sz="3450" b="0">
                <a:solidFill>
                  <a:srgbClr val="203A32"/>
                </a:solidFill>
                <a:latin typeface="Georgia"/>
                <a:ea typeface="Georgia"/>
                <a:cs typeface="Georgia"/>
              </a:rPr>
              <a:t>English</a:t>
            </a:r>
          </a:p>
        </p:txBody>
      </p:sp>
      <p:sp>
        <p:nvSpPr>
          <p:cNvPr id="6" name="La langue, l’audiodescription et la taille&#10;du texte ">
            <a:extLst>
              <a:ext uri="{FF2B5EF4-FFF2-40B4-BE49-F238E27FC236}">
                <a16:creationId xmlns:a16="http://schemas.microsoft.com/office/drawing/2014/main" id="{427B2C1D-7E3B-495B-A760-1986AACA5F5C}"/>
              </a:ext>
            </a:extLst>
          </p:cNvPr>
          <p:cNvSpPr>
            <a:spLocks noGrp="1"/>
          </p:cNvSpPr>
          <p:nvPr/>
        </p:nvSpPr>
        <p:spPr>
          <a:xfrm>
            <a:off x="7715250" y="6296025"/>
            <a:ext cx="6619875" cy="1562100"/>
          </a:xfrm>
          <a:prstGeom prst="rect">
            <a:avLst/>
          </a:prstGeom>
          <a:noFill/>
          <a:ln w="0">
            <a:noFill/>
          </a:ln>
        </p:spPr>
        <p:txBody>
          <a:bodyPr wrap="square" lIns="0" tIns="0" rIns="0" bIns="0" anchor="t">
            <a:noAutofit/>
          </a:bodyPr>
          <a:lstStyle>
            <a:defPPr algn="l">
              <a:defRPr sz="2400" b="0">
                <a:solidFill>
                  <a:srgbClr val="637169"/>
                </a:solidFill>
                <a:latin typeface="Arial"/>
                <a:ea typeface="Arial"/>
                <a:cs typeface="Arial"/>
              </a:defRPr>
            </a:defPPr>
            <a:lvl1pPr algn="l">
              <a:defRPr sz="2400" b="0">
                <a:solidFill>
                  <a:srgbClr val="637169"/>
                </a:solidFill>
                <a:latin typeface="Arial"/>
                <a:ea typeface="Arial"/>
                <a:cs typeface="Arial"/>
              </a:defRPr>
            </a:lvl1pPr>
            <a:lvl2pPr algn="l">
              <a:defRPr sz="2400" b="0">
                <a:solidFill>
                  <a:srgbClr val="637169"/>
                </a:solidFill>
                <a:latin typeface="Arial"/>
                <a:ea typeface="Arial"/>
                <a:cs typeface="Arial"/>
              </a:defRPr>
            </a:lvl2pPr>
            <a:lvl3pPr algn="l">
              <a:defRPr sz="2400" b="0">
                <a:solidFill>
                  <a:srgbClr val="637169"/>
                </a:solidFill>
                <a:latin typeface="Arial"/>
                <a:ea typeface="Arial"/>
                <a:cs typeface="Arial"/>
              </a:defRPr>
            </a:lvl3pPr>
            <a:lvl4pPr algn="l">
              <a:defRPr sz="2400" b="0">
                <a:solidFill>
                  <a:srgbClr val="637169"/>
                </a:solidFill>
                <a:latin typeface="Arial"/>
                <a:ea typeface="Arial"/>
                <a:cs typeface="Arial"/>
              </a:defRPr>
            </a:lvl4pPr>
            <a:lvl5pPr algn="l">
              <a:defRPr sz="2400" b="0">
                <a:solidFill>
                  <a:srgbClr val="637169"/>
                </a:solidFill>
                <a:latin typeface="Arial"/>
                <a:ea typeface="Arial"/>
                <a:cs typeface="Arial"/>
              </a:defRPr>
            </a:lvl5pPr>
            <a:lvl6pPr algn="l">
              <a:defRPr sz="2400" b="0">
                <a:solidFill>
                  <a:srgbClr val="637169"/>
                </a:solidFill>
                <a:latin typeface="Arial"/>
                <a:ea typeface="Arial"/>
                <a:cs typeface="Arial"/>
              </a:defRPr>
            </a:lvl6pPr>
            <a:lvl7pPr algn="l">
              <a:defRPr sz="2400" b="0">
                <a:solidFill>
                  <a:srgbClr val="637169"/>
                </a:solidFill>
                <a:latin typeface="Arial"/>
                <a:ea typeface="Arial"/>
                <a:cs typeface="Arial"/>
              </a:defRPr>
            </a:lvl7pPr>
            <a:lvl8pPr algn="l">
              <a:defRPr sz="2400" b="0">
                <a:solidFill>
                  <a:srgbClr val="637169"/>
                </a:solidFill>
                <a:latin typeface="Arial"/>
                <a:ea typeface="Arial"/>
                <a:cs typeface="Arial"/>
              </a:defRPr>
            </a:lvl8pPr>
            <a:lvl9pPr algn="l">
              <a:defRPr sz="2400" b="0">
                <a:solidFill>
                  <a:srgbClr val="637169"/>
                </a:solidFill>
                <a:latin typeface="Arial"/>
                <a:ea typeface="Arial"/>
                <a:cs typeface="Arial"/>
              </a:defRPr>
            </a:lvl9pPr>
          </a:lstStyle>
          <a:p>
            <a:pPr algn="l">
              <a:defRPr sz="2400" b="0">
                <a:solidFill>
                  <a:srgbClr val="637169"/>
                </a:solidFill>
                <a:latin typeface="Arial"/>
                <a:ea typeface="Arial"/>
                <a:cs typeface="Arial"/>
              </a:defRPr>
            </a:pPr>
            <a:r>
              <a:rPr sz="2400" b="0">
                <a:solidFill>
                  <a:srgbClr val="637169"/>
                </a:solidFill>
                <a:latin typeface="Arial"/>
                <a:ea typeface="Arial"/>
                <a:cs typeface="Arial"/>
              </a:rPr>
              <a:t>La langue, l’audiodescription et la taille</a:t>
            </a:r>
          </a:p>
          <a:p>
            <a:pPr algn="l">
              <a:defRPr sz="2400" b="0">
                <a:solidFill>
                  <a:srgbClr val="637169"/>
                </a:solidFill>
                <a:latin typeface="Arial"/>
                <a:ea typeface="Arial"/>
                <a:cs typeface="Arial"/>
              </a:defRPr>
            </a:pPr>
            <a:r>
              <a:rPr sz="2400" b="0">
                <a:solidFill>
                  <a:srgbClr val="637169"/>
                </a:solidFill>
                <a:latin typeface="Arial"/>
                <a:ea typeface="Arial"/>
                <a:cs typeface="Arial"/>
              </a:rPr>
              <a:t>du texte se règlent pendant la visite.</a:t>
            </a:r>
          </a:p>
          <a:p>
            <a:pPr algn="l">
              <a:defRPr sz="2400" b="0">
                <a:solidFill>
                  <a:srgbClr val="637169"/>
                </a:solidFill>
                <a:latin typeface="Arial"/>
                <a:ea typeface="Arial"/>
                <a:cs typeface="Arial"/>
              </a:defRPr>
            </a:pPr>
            <a:r>
              <a:rPr sz="2400" b="0">
                <a:solidFill>
                  <a:srgbClr val="637169"/>
                </a:solidFill>
                <a:latin typeface="Arial"/>
                <a:ea typeface="Arial"/>
                <a:cs typeface="Arial"/>
              </a:rPr>
              <a:t>36 audios et 352 passages sous-titrés</a:t>
            </a:r>
          </a:p>
          <a:p>
            <a:pPr algn="l">
              <a:defRPr sz="2400" b="0">
                <a:solidFill>
                  <a:srgbClr val="637169"/>
                </a:solidFill>
                <a:latin typeface="Arial"/>
                <a:ea typeface="Arial"/>
                <a:cs typeface="Arial"/>
              </a:defRPr>
            </a:pPr>
            <a:r>
              <a:rPr sz="2400" b="0">
                <a:solidFill>
                  <a:srgbClr val="637169"/>
                </a:solidFill>
                <a:latin typeface="Arial"/>
                <a:ea typeface="Arial"/>
                <a:cs typeface="Arial"/>
              </a:rPr>
              <a:t>accompagnent l’exploration.</a:t>
            </a:r>
          </a:p>
        </p:txBody>
      </p:sp>
      <p:sp>
        <p:nvSpPr>
          <p:cNvPr id="7" name="07">
            <a:extLst>
              <a:ext uri="{FF2B5EF4-FFF2-40B4-BE49-F238E27FC236}">
                <a16:creationId xmlns:a16="http://schemas.microsoft.com/office/drawing/2014/main" id="{DD82AFA5-EEF0-4264-96C1-21A5A592767A}"/>
              </a:ext>
            </a:extLst>
          </p:cNvPr>
          <p:cNvSpPr>
            <a:spLocks noGrp="1"/>
          </p:cNvSpPr>
          <p:nvPr/>
        </p:nvSpPr>
        <p:spPr>
          <a:xfrm>
            <a:off x="14001750" y="8039100"/>
            <a:ext cx="523875" cy="285750"/>
          </a:xfrm>
          <a:prstGeom prst="rect">
            <a:avLst/>
          </a:prstGeom>
          <a:noFill/>
          <a:ln w="0">
            <a:noFill/>
          </a:ln>
        </p:spPr>
        <p:txBody>
          <a:bodyPr wrap="square" lIns="0" tIns="0" rIns="0" bIns="0" anchor="t">
            <a:noAutofit/>
          </a:bodyPr>
          <a:lstStyle>
            <a:defPPr algn="r">
              <a:defRPr sz="1575" b="0">
                <a:solidFill>
                  <a:srgbClr val="637169"/>
                </a:solidFill>
                <a:latin typeface="Arial"/>
                <a:ea typeface="Arial"/>
                <a:cs typeface="Arial"/>
              </a:defRPr>
            </a:defPPr>
            <a:lvl1pPr algn="r">
              <a:defRPr sz="1575" b="0">
                <a:solidFill>
                  <a:srgbClr val="637169"/>
                </a:solidFill>
                <a:latin typeface="Arial"/>
                <a:ea typeface="Arial"/>
                <a:cs typeface="Arial"/>
              </a:defRPr>
            </a:lvl1pPr>
            <a:lvl2pPr algn="r">
              <a:defRPr sz="1575" b="0">
                <a:solidFill>
                  <a:srgbClr val="637169"/>
                </a:solidFill>
                <a:latin typeface="Arial"/>
                <a:ea typeface="Arial"/>
                <a:cs typeface="Arial"/>
              </a:defRPr>
            </a:lvl2pPr>
            <a:lvl3pPr algn="r">
              <a:defRPr sz="1575" b="0">
                <a:solidFill>
                  <a:srgbClr val="637169"/>
                </a:solidFill>
                <a:latin typeface="Arial"/>
                <a:ea typeface="Arial"/>
                <a:cs typeface="Arial"/>
              </a:defRPr>
            </a:lvl3pPr>
            <a:lvl4pPr algn="r">
              <a:defRPr sz="1575" b="0">
                <a:solidFill>
                  <a:srgbClr val="637169"/>
                </a:solidFill>
                <a:latin typeface="Arial"/>
                <a:ea typeface="Arial"/>
                <a:cs typeface="Arial"/>
              </a:defRPr>
            </a:lvl4pPr>
            <a:lvl5pPr algn="r">
              <a:defRPr sz="1575" b="0">
                <a:solidFill>
                  <a:srgbClr val="637169"/>
                </a:solidFill>
                <a:latin typeface="Arial"/>
                <a:ea typeface="Arial"/>
                <a:cs typeface="Arial"/>
              </a:defRPr>
            </a:lvl5pPr>
            <a:lvl6pPr algn="r">
              <a:defRPr sz="1575" b="0">
                <a:solidFill>
                  <a:srgbClr val="637169"/>
                </a:solidFill>
                <a:latin typeface="Arial"/>
                <a:ea typeface="Arial"/>
                <a:cs typeface="Arial"/>
              </a:defRPr>
            </a:lvl6pPr>
            <a:lvl7pPr algn="r">
              <a:defRPr sz="1575" b="0">
                <a:solidFill>
                  <a:srgbClr val="637169"/>
                </a:solidFill>
                <a:latin typeface="Arial"/>
                <a:ea typeface="Arial"/>
                <a:cs typeface="Arial"/>
              </a:defRPr>
            </a:lvl7pPr>
            <a:lvl8pPr algn="r">
              <a:defRPr sz="1575" b="0">
                <a:solidFill>
                  <a:srgbClr val="637169"/>
                </a:solidFill>
                <a:latin typeface="Arial"/>
                <a:ea typeface="Arial"/>
                <a:cs typeface="Arial"/>
              </a:defRPr>
            </a:lvl8pPr>
            <a:lvl9pPr algn="r">
              <a:defRPr sz="1575" b="0">
                <a:solidFill>
                  <a:srgbClr val="637169"/>
                </a:solidFill>
                <a:latin typeface="Arial"/>
                <a:ea typeface="Arial"/>
                <a:cs typeface="Arial"/>
              </a:defRPr>
            </a:lvl9pPr>
          </a:lstStyle>
          <a:p>
            <a:pPr algn="r">
              <a:defRPr sz="1575" b="0">
                <a:solidFill>
                  <a:srgbClr val="637169"/>
                </a:solidFill>
                <a:latin typeface="Arial"/>
                <a:ea typeface="Arial"/>
                <a:cs typeface="Arial"/>
              </a:defRPr>
            </a:pPr>
            <a:r>
              <a:rPr sz="1575" b="0">
                <a:solidFill>
                  <a:srgbClr val="637169"/>
                </a:solidFill>
                <a:latin typeface="Arial"/>
                <a:ea typeface="Arial"/>
                <a:cs typeface="Arial"/>
              </a:rPr>
              <a:t>07</a:t>
            </a:r>
          </a:p>
        </p:txBody>
      </p:sp>
    </p:spTree>
    <p:extLst>
      <p:ext uri="{BB962C8B-B14F-4D97-AF65-F5344CB8AC3E}">
        <p14:creationId xmlns:p14="http://schemas.microsoft.com/office/powerpoint/2010/main" val="110522282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0"/>
                      </p:stCondLst>
                      <p:childTnLst>
                        <p:par>
                          <p:cTn id="4" presetID="10" presetClass="entr" presetSubtype="0" fill="hold" nodeType="afterEffect">
                            <p:stCondLst>
                              <p:cond delay="150"/>
                            </p:stCondLst>
                            <p:childTnLst>
                              <p:set>
                                <p:cBhvr>
                                  <p:cTn id="5" dur="1" fill="hold">
                                    <p:stCondLst>
                                      <p:cond delay="0"/>
                                    </p:stCondLst>
                                  </p:cTn>
                                  <p:tgtEl>
                                    <p:spTgt spid="3"/>
                                  </p:tgtEl>
                                  <p:attrNameLst>
                                    <p:attrName>style.visibility</p:attrName>
                                  </p:attrNameLst>
                                </p:cBhvr>
                                <p:to>
                                  <p:strVal val="visible"/>
                                </p:to>
                              </p:set>
                              <p:animEffect transition="in" filter="fade">
                                <p:cBhvr>
                                  <p:cTn id="6" dur="350" fill="hold"/>
                                  <p:tgtEl>
                                    <p:spTgt spid="3"/>
                                  </p:tgtEl>
                                </p:cBhvr>
                              </p:animEffect>
                            </p:childTnLst>
                          </p:cTn>
                        </p:par>
                        <p:par>
                          <p:cTn id="7" presetID="10" presetClass="entr" presetSubtype="0" fill="hold" nodeType="afterEffect">
                            <p:stCondLst>
                              <p:cond delay="450"/>
                            </p:stCondLst>
                            <p:childTnLst>
                              <p:set>
                                <p:cBhvr>
                                  <p:cTn id="8" dur="1" fill="hold">
                                    <p:stCondLst>
                                      <p:cond delay="0"/>
                                    </p:stCondLst>
                                  </p:cTn>
                                  <p:tgtEl>
                                    <p:spTgt spid="4"/>
                                  </p:tgtEl>
                                  <p:attrNameLst>
                                    <p:attrName>style.visibility</p:attrName>
                                  </p:attrNameLst>
                                </p:cBhvr>
                                <p:to>
                                  <p:strVal val="visible"/>
                                </p:to>
                              </p:set>
                              <p:animEffect transition="in" filter="fade">
                                <p:cBhvr>
                                  <p:cTn id="9" dur="350" fill="hold"/>
                                  <p:tgtEl>
                                    <p:spTgt spid="4"/>
                                  </p:tgtEl>
                                </p:cBhvr>
                              </p:animEffect>
                            </p:childTnLst>
                          </p:cTn>
                        </p:par>
                        <p:par>
                          <p:cTn id="10" presetID="10" presetClass="entr" presetSubtype="0" fill="hold" nodeType="afterEffect">
                            <p:stCondLst>
                              <p:cond delay="75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350" fill="hold"/>
                                  <p:tgtEl>
                                    <p:spTgt spid="5"/>
                                  </p:tgtEl>
                                </p:cBhvr>
                              </p:animEffect>
                            </p:childTnLst>
                          </p:cTn>
                        </p:par>
                        <p:par>
                          <p:cTn id="13" presetID="10" presetClass="entr" presetSubtype="0" fill="hold" nodeType="afterEffect">
                            <p:stCondLst>
                              <p:cond delay="105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350" fill="hold"/>
                                  <p:tgtEl>
                                    <p:spTgt spid="6"/>
                                  </p:tgtEl>
                                </p:cBhvr>
                              </p:animEffect>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203A32"/>
        </a:solid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89AEE566-EC9A-4302-91F6-2C0CFC3D920B}"/>
              </a:ext>
            </a:extLst>
          </p:cNvPr>
          <p:cNvPicPr>
            <a:picLocks noChangeAspect="1"/>
          </p:cNvPicPr>
          <p:nvPr/>
        </p:nvPicPr>
        <p:blipFill>
          <a:blip r:embed="rId3"/>
          <a:srcRect l="13000" t="25000" r="15000" b="10000"/>
          <a:stretch/>
        </p:blipFill>
        <p:spPr>
          <a:xfrm>
            <a:off x="10001250" y="0"/>
            <a:ext cx="5238750" cy="8572500"/>
          </a:xfrm>
          <a:prstGeom prst="rect">
            <a:avLst/>
          </a:prstGeom>
        </p:spPr>
      </p:pic>
      <p:sp>
        <p:nvSpPr>
          <p:cNvPr id="2" name="À vous de jouer">
            <a:extLst>
              <a:ext uri="{FF2B5EF4-FFF2-40B4-BE49-F238E27FC236}">
                <a16:creationId xmlns:a16="http://schemas.microsoft.com/office/drawing/2014/main" id="{AC903151-3DB3-4E17-AB81-2634812488E9}"/>
              </a:ext>
            </a:extLst>
          </p:cNvPr>
          <p:cNvSpPr>
            <a:spLocks noGrp="1"/>
          </p:cNvSpPr>
          <p:nvPr/>
        </p:nvSpPr>
        <p:spPr>
          <a:xfrm>
            <a:off x="857250" y="714375"/>
            <a:ext cx="8572500" cy="952500"/>
          </a:xfrm>
          <a:prstGeom prst="rect">
            <a:avLst/>
          </a:prstGeom>
          <a:noFill/>
          <a:ln w="0">
            <a:noFill/>
          </a:ln>
        </p:spPr>
        <p:txBody>
          <a:bodyPr wrap="square" lIns="0" tIns="0" rIns="0" bIns="0" anchor="t">
            <a:noAutofit/>
          </a:bodyPr>
          <a:lstStyle>
            <a:defPPr algn="l">
              <a:defRPr sz="4875" b="0">
                <a:solidFill>
                  <a:srgbClr val="BD9661"/>
                </a:solidFill>
                <a:latin typeface="Georgia"/>
                <a:ea typeface="Georgia"/>
                <a:cs typeface="Georgia"/>
              </a:defRPr>
            </a:defPPr>
            <a:lvl1pPr algn="l">
              <a:defRPr sz="4875" b="0">
                <a:solidFill>
                  <a:srgbClr val="BD9661"/>
                </a:solidFill>
                <a:latin typeface="Georgia"/>
                <a:ea typeface="Georgia"/>
                <a:cs typeface="Georgia"/>
              </a:defRPr>
            </a:lvl1pPr>
            <a:lvl2pPr algn="l">
              <a:defRPr sz="4875" b="0">
                <a:solidFill>
                  <a:srgbClr val="BD9661"/>
                </a:solidFill>
                <a:latin typeface="Georgia"/>
                <a:ea typeface="Georgia"/>
                <a:cs typeface="Georgia"/>
              </a:defRPr>
            </a:lvl2pPr>
            <a:lvl3pPr algn="l">
              <a:defRPr sz="4875" b="0">
                <a:solidFill>
                  <a:srgbClr val="BD9661"/>
                </a:solidFill>
                <a:latin typeface="Georgia"/>
                <a:ea typeface="Georgia"/>
                <a:cs typeface="Georgia"/>
              </a:defRPr>
            </a:lvl3pPr>
            <a:lvl4pPr algn="l">
              <a:defRPr sz="4875" b="0">
                <a:solidFill>
                  <a:srgbClr val="BD9661"/>
                </a:solidFill>
                <a:latin typeface="Georgia"/>
                <a:ea typeface="Georgia"/>
                <a:cs typeface="Georgia"/>
              </a:defRPr>
            </a:lvl4pPr>
            <a:lvl5pPr algn="l">
              <a:defRPr sz="4875" b="0">
                <a:solidFill>
                  <a:srgbClr val="BD9661"/>
                </a:solidFill>
                <a:latin typeface="Georgia"/>
                <a:ea typeface="Georgia"/>
                <a:cs typeface="Georgia"/>
              </a:defRPr>
            </a:lvl5pPr>
            <a:lvl6pPr algn="l">
              <a:defRPr sz="4875" b="0">
                <a:solidFill>
                  <a:srgbClr val="BD9661"/>
                </a:solidFill>
                <a:latin typeface="Georgia"/>
                <a:ea typeface="Georgia"/>
                <a:cs typeface="Georgia"/>
              </a:defRPr>
            </a:lvl6pPr>
            <a:lvl7pPr algn="l">
              <a:defRPr sz="4875" b="0">
                <a:solidFill>
                  <a:srgbClr val="BD9661"/>
                </a:solidFill>
                <a:latin typeface="Georgia"/>
                <a:ea typeface="Georgia"/>
                <a:cs typeface="Georgia"/>
              </a:defRPr>
            </a:lvl7pPr>
            <a:lvl8pPr algn="l">
              <a:defRPr sz="4875" b="0">
                <a:solidFill>
                  <a:srgbClr val="BD9661"/>
                </a:solidFill>
                <a:latin typeface="Georgia"/>
                <a:ea typeface="Georgia"/>
                <a:cs typeface="Georgia"/>
              </a:defRPr>
            </a:lvl8pPr>
            <a:lvl9pPr algn="l">
              <a:defRPr sz="4875" b="0">
                <a:solidFill>
                  <a:srgbClr val="BD9661"/>
                </a:solidFill>
                <a:latin typeface="Georgia"/>
                <a:ea typeface="Georgia"/>
                <a:cs typeface="Georgia"/>
              </a:defRPr>
            </a:lvl9pPr>
          </a:lstStyle>
          <a:p>
            <a:pPr algn="l">
              <a:defRPr sz="4875" b="0">
                <a:solidFill>
                  <a:srgbClr val="BD9661"/>
                </a:solidFill>
                <a:latin typeface="Georgia"/>
                <a:ea typeface="Georgia"/>
                <a:cs typeface="Georgia"/>
              </a:defRPr>
            </a:pPr>
            <a:r>
              <a:rPr sz="4875" b="0">
                <a:solidFill>
                  <a:srgbClr val="BD9661"/>
                </a:solidFill>
                <a:latin typeface="Georgia"/>
                <a:ea typeface="Georgia"/>
                <a:cs typeface="Georgia"/>
              </a:rPr>
              <a:t>À vous de jouer</a:t>
            </a:r>
          </a:p>
        </p:txBody>
      </p:sp>
      <p:sp>
        <p:nvSpPr>
          <p:cNvPr id="3" name="Quelles écritures figurent&#10;sur la pierre de Rosette ">
            <a:extLst>
              <a:ext uri="{FF2B5EF4-FFF2-40B4-BE49-F238E27FC236}">
                <a16:creationId xmlns:a16="http://schemas.microsoft.com/office/drawing/2014/main" id="{1C034523-05A0-46E6-B88D-0FFA9100AB95}"/>
              </a:ext>
            </a:extLst>
          </p:cNvPr>
          <p:cNvSpPr>
            <a:spLocks noGrp="1"/>
          </p:cNvSpPr>
          <p:nvPr/>
        </p:nvSpPr>
        <p:spPr>
          <a:xfrm>
            <a:off x="895350" y="2171700"/>
            <a:ext cx="8953500" cy="1476375"/>
          </a:xfrm>
          <a:prstGeom prst="rect">
            <a:avLst/>
          </a:prstGeom>
          <a:noFill/>
          <a:ln w="0">
            <a:noFill/>
          </a:ln>
        </p:spPr>
        <p:txBody>
          <a:bodyPr wrap="square" lIns="0" tIns="0" rIns="0" bIns="0" anchor="t">
            <a:noAutofit/>
          </a:bodyPr>
          <a:lstStyle>
            <a:defPPr algn="l">
              <a:defRPr sz="3675" b="1">
                <a:solidFill>
                  <a:srgbClr val="F6F3EE"/>
                </a:solidFill>
                <a:latin typeface="Arial"/>
                <a:ea typeface="Arial"/>
                <a:cs typeface="Arial"/>
              </a:defRPr>
            </a:defPPr>
            <a:lvl1pPr algn="l">
              <a:defRPr sz="3675" b="1">
                <a:solidFill>
                  <a:srgbClr val="F6F3EE"/>
                </a:solidFill>
                <a:latin typeface="Arial"/>
                <a:ea typeface="Arial"/>
                <a:cs typeface="Arial"/>
              </a:defRPr>
            </a:lvl1pPr>
            <a:lvl2pPr algn="l">
              <a:defRPr sz="3675" b="1">
                <a:solidFill>
                  <a:srgbClr val="F6F3EE"/>
                </a:solidFill>
                <a:latin typeface="Arial"/>
                <a:ea typeface="Arial"/>
                <a:cs typeface="Arial"/>
              </a:defRPr>
            </a:lvl2pPr>
            <a:lvl3pPr algn="l">
              <a:defRPr sz="3675" b="1">
                <a:solidFill>
                  <a:srgbClr val="F6F3EE"/>
                </a:solidFill>
                <a:latin typeface="Arial"/>
                <a:ea typeface="Arial"/>
                <a:cs typeface="Arial"/>
              </a:defRPr>
            </a:lvl3pPr>
            <a:lvl4pPr algn="l">
              <a:defRPr sz="3675" b="1">
                <a:solidFill>
                  <a:srgbClr val="F6F3EE"/>
                </a:solidFill>
                <a:latin typeface="Arial"/>
                <a:ea typeface="Arial"/>
                <a:cs typeface="Arial"/>
              </a:defRPr>
            </a:lvl4pPr>
            <a:lvl5pPr algn="l">
              <a:defRPr sz="3675" b="1">
                <a:solidFill>
                  <a:srgbClr val="F6F3EE"/>
                </a:solidFill>
                <a:latin typeface="Arial"/>
                <a:ea typeface="Arial"/>
                <a:cs typeface="Arial"/>
              </a:defRPr>
            </a:lvl5pPr>
            <a:lvl6pPr algn="l">
              <a:defRPr sz="3675" b="1">
                <a:solidFill>
                  <a:srgbClr val="F6F3EE"/>
                </a:solidFill>
                <a:latin typeface="Arial"/>
                <a:ea typeface="Arial"/>
                <a:cs typeface="Arial"/>
              </a:defRPr>
            </a:lvl6pPr>
            <a:lvl7pPr algn="l">
              <a:defRPr sz="3675" b="1">
                <a:solidFill>
                  <a:srgbClr val="F6F3EE"/>
                </a:solidFill>
                <a:latin typeface="Arial"/>
                <a:ea typeface="Arial"/>
                <a:cs typeface="Arial"/>
              </a:defRPr>
            </a:lvl7pPr>
            <a:lvl8pPr algn="l">
              <a:defRPr sz="3675" b="1">
                <a:solidFill>
                  <a:srgbClr val="F6F3EE"/>
                </a:solidFill>
                <a:latin typeface="Arial"/>
                <a:ea typeface="Arial"/>
                <a:cs typeface="Arial"/>
              </a:defRPr>
            </a:lvl8pPr>
            <a:lvl9pPr algn="l">
              <a:defRPr sz="3675" b="1">
                <a:solidFill>
                  <a:srgbClr val="F6F3EE"/>
                </a:solidFill>
                <a:latin typeface="Arial"/>
                <a:ea typeface="Arial"/>
                <a:cs typeface="Arial"/>
              </a:defRPr>
            </a:lvl9pPr>
          </a:lstStyle>
          <a:p>
            <a:pPr algn="l">
              <a:defRPr sz="3675" b="1">
                <a:solidFill>
                  <a:srgbClr val="F6F3EE"/>
                </a:solidFill>
                <a:latin typeface="Arial"/>
                <a:ea typeface="Arial"/>
                <a:cs typeface="Arial"/>
              </a:defRPr>
            </a:pPr>
            <a:r>
              <a:rPr sz="3675" b="1">
                <a:solidFill>
                  <a:srgbClr val="F6F3EE"/>
                </a:solidFill>
                <a:latin typeface="Arial"/>
                <a:ea typeface="Arial"/>
                <a:cs typeface="Arial"/>
              </a:rPr>
              <a:t>Quelles écritures figurent</a:t>
            </a:r>
          </a:p>
          <a:p>
            <a:pPr algn="l">
              <a:defRPr sz="3675" b="1">
                <a:solidFill>
                  <a:srgbClr val="F6F3EE"/>
                </a:solidFill>
                <a:latin typeface="Arial"/>
                <a:ea typeface="Arial"/>
                <a:cs typeface="Arial"/>
              </a:defRPr>
            </a:pPr>
            <a:r>
              <a:rPr sz="3675" b="1">
                <a:solidFill>
                  <a:srgbClr val="F6F3EE"/>
                </a:solidFill>
                <a:latin typeface="Arial"/>
                <a:ea typeface="Arial"/>
                <a:cs typeface="Arial"/>
              </a:rPr>
              <a:t>sur la pierre de Rosette ?</a:t>
            </a:r>
          </a:p>
        </p:txBody>
      </p:sp>
      <p:sp>
        <p:nvSpPr>
          <p:cNvPr id="4" name="A   Hiéroglyphes, démotique et grec">
            <a:extLst>
              <a:ext uri="{FF2B5EF4-FFF2-40B4-BE49-F238E27FC236}">
                <a16:creationId xmlns:a16="http://schemas.microsoft.com/office/drawing/2014/main" id="{49BC3D8C-194A-4E19-831C-E2616FD9EF7E}"/>
              </a:ext>
            </a:extLst>
          </p:cNvPr>
          <p:cNvSpPr>
            <a:spLocks noGrp="1"/>
          </p:cNvSpPr>
          <p:nvPr/>
        </p:nvSpPr>
        <p:spPr>
          <a:xfrm>
            <a:off x="952500" y="4286250"/>
            <a:ext cx="8667750" cy="733425"/>
          </a:xfrm>
          <a:prstGeom prst="rect">
            <a:avLst/>
          </a:prstGeom>
          <a:noFill/>
          <a:ln w="0">
            <a:noFill/>
          </a:ln>
        </p:spPr>
        <p:txBody>
          <a:bodyPr wrap="square" lIns="0" tIns="0" rIns="0" bIns="0" anchor="t">
            <a:noAutofit/>
          </a:bodyPr>
          <a:lstStyle>
            <a:defPPr algn="l">
              <a:defRPr sz="2325" b="0">
                <a:solidFill>
                  <a:srgbClr val="F6F3EE"/>
                </a:solidFill>
                <a:latin typeface="Arial"/>
                <a:ea typeface="Arial"/>
                <a:cs typeface="Arial"/>
              </a:defRPr>
            </a:defPPr>
            <a:lvl1pPr algn="l">
              <a:defRPr sz="2325" b="0">
                <a:solidFill>
                  <a:srgbClr val="F6F3EE"/>
                </a:solidFill>
                <a:latin typeface="Arial"/>
                <a:ea typeface="Arial"/>
                <a:cs typeface="Arial"/>
              </a:defRPr>
            </a:lvl1pPr>
            <a:lvl2pPr algn="l">
              <a:defRPr sz="2325" b="0">
                <a:solidFill>
                  <a:srgbClr val="F6F3EE"/>
                </a:solidFill>
                <a:latin typeface="Arial"/>
                <a:ea typeface="Arial"/>
                <a:cs typeface="Arial"/>
              </a:defRPr>
            </a:lvl2pPr>
            <a:lvl3pPr algn="l">
              <a:defRPr sz="2325" b="0">
                <a:solidFill>
                  <a:srgbClr val="F6F3EE"/>
                </a:solidFill>
                <a:latin typeface="Arial"/>
                <a:ea typeface="Arial"/>
                <a:cs typeface="Arial"/>
              </a:defRPr>
            </a:lvl3pPr>
            <a:lvl4pPr algn="l">
              <a:defRPr sz="2325" b="0">
                <a:solidFill>
                  <a:srgbClr val="F6F3EE"/>
                </a:solidFill>
                <a:latin typeface="Arial"/>
                <a:ea typeface="Arial"/>
                <a:cs typeface="Arial"/>
              </a:defRPr>
            </a:lvl4pPr>
            <a:lvl5pPr algn="l">
              <a:defRPr sz="2325" b="0">
                <a:solidFill>
                  <a:srgbClr val="F6F3EE"/>
                </a:solidFill>
                <a:latin typeface="Arial"/>
                <a:ea typeface="Arial"/>
                <a:cs typeface="Arial"/>
              </a:defRPr>
            </a:lvl5pPr>
            <a:lvl6pPr algn="l">
              <a:defRPr sz="2325" b="0">
                <a:solidFill>
                  <a:srgbClr val="F6F3EE"/>
                </a:solidFill>
                <a:latin typeface="Arial"/>
                <a:ea typeface="Arial"/>
                <a:cs typeface="Arial"/>
              </a:defRPr>
            </a:lvl6pPr>
            <a:lvl7pPr algn="l">
              <a:defRPr sz="2325" b="0">
                <a:solidFill>
                  <a:srgbClr val="F6F3EE"/>
                </a:solidFill>
                <a:latin typeface="Arial"/>
                <a:ea typeface="Arial"/>
                <a:cs typeface="Arial"/>
              </a:defRPr>
            </a:lvl7pPr>
            <a:lvl8pPr algn="l">
              <a:defRPr sz="2325" b="0">
                <a:solidFill>
                  <a:srgbClr val="F6F3EE"/>
                </a:solidFill>
                <a:latin typeface="Arial"/>
                <a:ea typeface="Arial"/>
                <a:cs typeface="Arial"/>
              </a:defRPr>
            </a:lvl8pPr>
            <a:lvl9pPr algn="l">
              <a:defRPr sz="2325" b="0">
                <a:solidFill>
                  <a:srgbClr val="F6F3EE"/>
                </a:solidFill>
                <a:latin typeface="Arial"/>
                <a:ea typeface="Arial"/>
                <a:cs typeface="Arial"/>
              </a:defRPr>
            </a:lvl9pPr>
          </a:lstStyle>
          <a:p>
            <a:pPr algn="l">
              <a:defRPr sz="2325" b="0">
                <a:solidFill>
                  <a:srgbClr val="F6F3EE"/>
                </a:solidFill>
                <a:latin typeface="Arial"/>
                <a:ea typeface="Arial"/>
                <a:cs typeface="Arial"/>
              </a:defRPr>
            </a:pPr>
            <a:r>
              <a:rPr sz="2325" b="0">
                <a:solidFill>
                  <a:srgbClr val="F6F3EE"/>
                </a:solidFill>
                <a:latin typeface="Arial"/>
                <a:ea typeface="Arial"/>
                <a:cs typeface="Arial"/>
              </a:rPr>
              <a:t>A   Hiéroglyphes, démotique et grec</a:t>
            </a:r>
          </a:p>
        </p:txBody>
      </p:sp>
      <p:sp>
        <p:nvSpPr>
          <p:cNvPr id="5" name="B   Latin, grec et arabe">
            <a:extLst>
              <a:ext uri="{FF2B5EF4-FFF2-40B4-BE49-F238E27FC236}">
                <a16:creationId xmlns:a16="http://schemas.microsoft.com/office/drawing/2014/main" id="{C52F4BF8-E043-4CC5-AB0F-7017ADC71FC2}"/>
              </a:ext>
            </a:extLst>
          </p:cNvPr>
          <p:cNvSpPr>
            <a:spLocks noGrp="1"/>
          </p:cNvSpPr>
          <p:nvPr/>
        </p:nvSpPr>
        <p:spPr>
          <a:xfrm>
            <a:off x="952500" y="5124450"/>
            <a:ext cx="8667750" cy="733425"/>
          </a:xfrm>
          <a:prstGeom prst="rect">
            <a:avLst/>
          </a:prstGeom>
          <a:noFill/>
          <a:ln w="0">
            <a:noFill/>
          </a:ln>
        </p:spPr>
        <p:txBody>
          <a:bodyPr wrap="square" lIns="0" tIns="0" rIns="0" bIns="0" anchor="t">
            <a:noAutofit/>
          </a:bodyPr>
          <a:lstStyle>
            <a:defPPr algn="l">
              <a:defRPr sz="2325" b="0">
                <a:solidFill>
                  <a:srgbClr val="F6F3EE"/>
                </a:solidFill>
                <a:latin typeface="Arial"/>
                <a:ea typeface="Arial"/>
                <a:cs typeface="Arial"/>
              </a:defRPr>
            </a:defPPr>
            <a:lvl1pPr algn="l">
              <a:defRPr sz="2325" b="0">
                <a:solidFill>
                  <a:srgbClr val="F6F3EE"/>
                </a:solidFill>
                <a:latin typeface="Arial"/>
                <a:ea typeface="Arial"/>
                <a:cs typeface="Arial"/>
              </a:defRPr>
            </a:lvl1pPr>
            <a:lvl2pPr algn="l">
              <a:defRPr sz="2325" b="0">
                <a:solidFill>
                  <a:srgbClr val="F6F3EE"/>
                </a:solidFill>
                <a:latin typeface="Arial"/>
                <a:ea typeface="Arial"/>
                <a:cs typeface="Arial"/>
              </a:defRPr>
            </a:lvl2pPr>
            <a:lvl3pPr algn="l">
              <a:defRPr sz="2325" b="0">
                <a:solidFill>
                  <a:srgbClr val="F6F3EE"/>
                </a:solidFill>
                <a:latin typeface="Arial"/>
                <a:ea typeface="Arial"/>
                <a:cs typeface="Arial"/>
              </a:defRPr>
            </a:lvl3pPr>
            <a:lvl4pPr algn="l">
              <a:defRPr sz="2325" b="0">
                <a:solidFill>
                  <a:srgbClr val="F6F3EE"/>
                </a:solidFill>
                <a:latin typeface="Arial"/>
                <a:ea typeface="Arial"/>
                <a:cs typeface="Arial"/>
              </a:defRPr>
            </a:lvl4pPr>
            <a:lvl5pPr algn="l">
              <a:defRPr sz="2325" b="0">
                <a:solidFill>
                  <a:srgbClr val="F6F3EE"/>
                </a:solidFill>
                <a:latin typeface="Arial"/>
                <a:ea typeface="Arial"/>
                <a:cs typeface="Arial"/>
              </a:defRPr>
            </a:lvl5pPr>
            <a:lvl6pPr algn="l">
              <a:defRPr sz="2325" b="0">
                <a:solidFill>
                  <a:srgbClr val="F6F3EE"/>
                </a:solidFill>
                <a:latin typeface="Arial"/>
                <a:ea typeface="Arial"/>
                <a:cs typeface="Arial"/>
              </a:defRPr>
            </a:lvl6pPr>
            <a:lvl7pPr algn="l">
              <a:defRPr sz="2325" b="0">
                <a:solidFill>
                  <a:srgbClr val="F6F3EE"/>
                </a:solidFill>
                <a:latin typeface="Arial"/>
                <a:ea typeface="Arial"/>
                <a:cs typeface="Arial"/>
              </a:defRPr>
            </a:lvl7pPr>
            <a:lvl8pPr algn="l">
              <a:defRPr sz="2325" b="0">
                <a:solidFill>
                  <a:srgbClr val="F6F3EE"/>
                </a:solidFill>
                <a:latin typeface="Arial"/>
                <a:ea typeface="Arial"/>
                <a:cs typeface="Arial"/>
              </a:defRPr>
            </a:lvl8pPr>
            <a:lvl9pPr algn="l">
              <a:defRPr sz="2325" b="0">
                <a:solidFill>
                  <a:srgbClr val="F6F3EE"/>
                </a:solidFill>
                <a:latin typeface="Arial"/>
                <a:ea typeface="Arial"/>
                <a:cs typeface="Arial"/>
              </a:defRPr>
            </a:lvl9pPr>
          </a:lstStyle>
          <a:p>
            <a:pPr algn="l">
              <a:defRPr sz="2325" b="0">
                <a:solidFill>
                  <a:srgbClr val="F6F3EE"/>
                </a:solidFill>
                <a:latin typeface="Arial"/>
                <a:ea typeface="Arial"/>
                <a:cs typeface="Arial"/>
              </a:defRPr>
            </a:pPr>
            <a:r>
              <a:rPr sz="2325" b="0">
                <a:solidFill>
                  <a:srgbClr val="F6F3EE"/>
                </a:solidFill>
                <a:latin typeface="Arial"/>
                <a:ea typeface="Arial"/>
                <a:cs typeface="Arial"/>
              </a:rPr>
              <a:t>B   Latin, grec et arabe</a:t>
            </a:r>
          </a:p>
        </p:txBody>
      </p:sp>
      <p:sp>
        <p:nvSpPr>
          <p:cNvPr id="6" name="C   Hiéroglyphes, latin et grec">
            <a:extLst>
              <a:ext uri="{FF2B5EF4-FFF2-40B4-BE49-F238E27FC236}">
                <a16:creationId xmlns:a16="http://schemas.microsoft.com/office/drawing/2014/main" id="{C1061A95-8915-4939-9364-57D9753D3DA5}"/>
              </a:ext>
            </a:extLst>
          </p:cNvPr>
          <p:cNvSpPr>
            <a:spLocks noGrp="1"/>
          </p:cNvSpPr>
          <p:nvPr/>
        </p:nvSpPr>
        <p:spPr>
          <a:xfrm>
            <a:off x="952500" y="5962650"/>
            <a:ext cx="8667750" cy="733425"/>
          </a:xfrm>
          <a:prstGeom prst="rect">
            <a:avLst/>
          </a:prstGeom>
          <a:noFill/>
          <a:ln w="0">
            <a:noFill/>
          </a:ln>
        </p:spPr>
        <p:txBody>
          <a:bodyPr wrap="square" lIns="0" tIns="0" rIns="0" bIns="0" anchor="t">
            <a:noAutofit/>
          </a:bodyPr>
          <a:lstStyle>
            <a:defPPr algn="l">
              <a:defRPr sz="2325" b="0">
                <a:solidFill>
                  <a:srgbClr val="F6F3EE"/>
                </a:solidFill>
                <a:latin typeface="Arial"/>
                <a:ea typeface="Arial"/>
                <a:cs typeface="Arial"/>
              </a:defRPr>
            </a:defPPr>
            <a:lvl1pPr algn="l">
              <a:defRPr sz="2325" b="0">
                <a:solidFill>
                  <a:srgbClr val="F6F3EE"/>
                </a:solidFill>
                <a:latin typeface="Arial"/>
                <a:ea typeface="Arial"/>
                <a:cs typeface="Arial"/>
              </a:defRPr>
            </a:lvl1pPr>
            <a:lvl2pPr algn="l">
              <a:defRPr sz="2325" b="0">
                <a:solidFill>
                  <a:srgbClr val="F6F3EE"/>
                </a:solidFill>
                <a:latin typeface="Arial"/>
                <a:ea typeface="Arial"/>
                <a:cs typeface="Arial"/>
              </a:defRPr>
            </a:lvl2pPr>
            <a:lvl3pPr algn="l">
              <a:defRPr sz="2325" b="0">
                <a:solidFill>
                  <a:srgbClr val="F6F3EE"/>
                </a:solidFill>
                <a:latin typeface="Arial"/>
                <a:ea typeface="Arial"/>
                <a:cs typeface="Arial"/>
              </a:defRPr>
            </a:lvl3pPr>
            <a:lvl4pPr algn="l">
              <a:defRPr sz="2325" b="0">
                <a:solidFill>
                  <a:srgbClr val="F6F3EE"/>
                </a:solidFill>
                <a:latin typeface="Arial"/>
                <a:ea typeface="Arial"/>
                <a:cs typeface="Arial"/>
              </a:defRPr>
            </a:lvl4pPr>
            <a:lvl5pPr algn="l">
              <a:defRPr sz="2325" b="0">
                <a:solidFill>
                  <a:srgbClr val="F6F3EE"/>
                </a:solidFill>
                <a:latin typeface="Arial"/>
                <a:ea typeface="Arial"/>
                <a:cs typeface="Arial"/>
              </a:defRPr>
            </a:lvl5pPr>
            <a:lvl6pPr algn="l">
              <a:defRPr sz="2325" b="0">
                <a:solidFill>
                  <a:srgbClr val="F6F3EE"/>
                </a:solidFill>
                <a:latin typeface="Arial"/>
                <a:ea typeface="Arial"/>
                <a:cs typeface="Arial"/>
              </a:defRPr>
            </a:lvl6pPr>
            <a:lvl7pPr algn="l">
              <a:defRPr sz="2325" b="0">
                <a:solidFill>
                  <a:srgbClr val="F6F3EE"/>
                </a:solidFill>
                <a:latin typeface="Arial"/>
                <a:ea typeface="Arial"/>
                <a:cs typeface="Arial"/>
              </a:defRPr>
            </a:lvl7pPr>
            <a:lvl8pPr algn="l">
              <a:defRPr sz="2325" b="0">
                <a:solidFill>
                  <a:srgbClr val="F6F3EE"/>
                </a:solidFill>
                <a:latin typeface="Arial"/>
                <a:ea typeface="Arial"/>
                <a:cs typeface="Arial"/>
              </a:defRPr>
            </a:lvl8pPr>
            <a:lvl9pPr algn="l">
              <a:defRPr sz="2325" b="0">
                <a:solidFill>
                  <a:srgbClr val="F6F3EE"/>
                </a:solidFill>
                <a:latin typeface="Arial"/>
                <a:ea typeface="Arial"/>
                <a:cs typeface="Arial"/>
              </a:defRPr>
            </a:lvl9pPr>
          </a:lstStyle>
          <a:p>
            <a:pPr algn="l">
              <a:defRPr sz="2325" b="0">
                <a:solidFill>
                  <a:srgbClr val="F6F3EE"/>
                </a:solidFill>
                <a:latin typeface="Arial"/>
                <a:ea typeface="Arial"/>
                <a:cs typeface="Arial"/>
              </a:defRPr>
            </a:pPr>
            <a:r>
              <a:rPr sz="2325" b="0">
                <a:solidFill>
                  <a:srgbClr val="F6F3EE"/>
                </a:solidFill>
                <a:latin typeface="Arial"/>
                <a:ea typeface="Arial"/>
                <a:cs typeface="Arial"/>
              </a:rPr>
              <a:t>C   Hiéroglyphes, latin et grec</a:t>
            </a:r>
          </a:p>
        </p:txBody>
      </p:sp>
      <p:sp>
        <p:nvSpPr>
          <p:cNvPr id="7" name="D   Démotique, arabe et latin">
            <a:extLst>
              <a:ext uri="{FF2B5EF4-FFF2-40B4-BE49-F238E27FC236}">
                <a16:creationId xmlns:a16="http://schemas.microsoft.com/office/drawing/2014/main" id="{06CA7172-7738-4A27-B3C2-B24CC61B762C}"/>
              </a:ext>
            </a:extLst>
          </p:cNvPr>
          <p:cNvSpPr>
            <a:spLocks noGrp="1"/>
          </p:cNvSpPr>
          <p:nvPr/>
        </p:nvSpPr>
        <p:spPr>
          <a:xfrm>
            <a:off x="952500" y="6800850"/>
            <a:ext cx="8667750" cy="733425"/>
          </a:xfrm>
          <a:prstGeom prst="rect">
            <a:avLst/>
          </a:prstGeom>
          <a:noFill/>
          <a:ln w="0">
            <a:noFill/>
          </a:ln>
        </p:spPr>
        <p:txBody>
          <a:bodyPr wrap="square" lIns="0" tIns="0" rIns="0" bIns="0" anchor="t">
            <a:noAutofit/>
          </a:bodyPr>
          <a:lstStyle>
            <a:defPPr algn="l">
              <a:defRPr sz="2325" b="0">
                <a:solidFill>
                  <a:srgbClr val="F6F3EE"/>
                </a:solidFill>
                <a:latin typeface="Arial"/>
                <a:ea typeface="Arial"/>
                <a:cs typeface="Arial"/>
              </a:defRPr>
            </a:defPPr>
            <a:lvl1pPr algn="l">
              <a:defRPr sz="2325" b="0">
                <a:solidFill>
                  <a:srgbClr val="F6F3EE"/>
                </a:solidFill>
                <a:latin typeface="Arial"/>
                <a:ea typeface="Arial"/>
                <a:cs typeface="Arial"/>
              </a:defRPr>
            </a:lvl1pPr>
            <a:lvl2pPr algn="l">
              <a:defRPr sz="2325" b="0">
                <a:solidFill>
                  <a:srgbClr val="F6F3EE"/>
                </a:solidFill>
                <a:latin typeface="Arial"/>
                <a:ea typeface="Arial"/>
                <a:cs typeface="Arial"/>
              </a:defRPr>
            </a:lvl2pPr>
            <a:lvl3pPr algn="l">
              <a:defRPr sz="2325" b="0">
                <a:solidFill>
                  <a:srgbClr val="F6F3EE"/>
                </a:solidFill>
                <a:latin typeface="Arial"/>
                <a:ea typeface="Arial"/>
                <a:cs typeface="Arial"/>
              </a:defRPr>
            </a:lvl3pPr>
            <a:lvl4pPr algn="l">
              <a:defRPr sz="2325" b="0">
                <a:solidFill>
                  <a:srgbClr val="F6F3EE"/>
                </a:solidFill>
                <a:latin typeface="Arial"/>
                <a:ea typeface="Arial"/>
                <a:cs typeface="Arial"/>
              </a:defRPr>
            </a:lvl4pPr>
            <a:lvl5pPr algn="l">
              <a:defRPr sz="2325" b="0">
                <a:solidFill>
                  <a:srgbClr val="F6F3EE"/>
                </a:solidFill>
                <a:latin typeface="Arial"/>
                <a:ea typeface="Arial"/>
                <a:cs typeface="Arial"/>
              </a:defRPr>
            </a:lvl5pPr>
            <a:lvl6pPr algn="l">
              <a:defRPr sz="2325" b="0">
                <a:solidFill>
                  <a:srgbClr val="F6F3EE"/>
                </a:solidFill>
                <a:latin typeface="Arial"/>
                <a:ea typeface="Arial"/>
                <a:cs typeface="Arial"/>
              </a:defRPr>
            </a:lvl6pPr>
            <a:lvl7pPr algn="l">
              <a:defRPr sz="2325" b="0">
                <a:solidFill>
                  <a:srgbClr val="F6F3EE"/>
                </a:solidFill>
                <a:latin typeface="Arial"/>
                <a:ea typeface="Arial"/>
                <a:cs typeface="Arial"/>
              </a:defRPr>
            </a:lvl7pPr>
            <a:lvl8pPr algn="l">
              <a:defRPr sz="2325" b="0">
                <a:solidFill>
                  <a:srgbClr val="F6F3EE"/>
                </a:solidFill>
                <a:latin typeface="Arial"/>
                <a:ea typeface="Arial"/>
                <a:cs typeface="Arial"/>
              </a:defRPr>
            </a:lvl8pPr>
            <a:lvl9pPr algn="l">
              <a:defRPr sz="2325" b="0">
                <a:solidFill>
                  <a:srgbClr val="F6F3EE"/>
                </a:solidFill>
                <a:latin typeface="Arial"/>
                <a:ea typeface="Arial"/>
                <a:cs typeface="Arial"/>
              </a:defRPr>
            </a:lvl9pPr>
          </a:lstStyle>
          <a:p>
            <a:pPr algn="l">
              <a:defRPr sz="2325" b="0">
                <a:solidFill>
                  <a:srgbClr val="F6F3EE"/>
                </a:solidFill>
                <a:latin typeface="Arial"/>
                <a:ea typeface="Arial"/>
                <a:cs typeface="Arial"/>
              </a:defRPr>
            </a:pPr>
            <a:r>
              <a:rPr sz="2325" b="0">
                <a:solidFill>
                  <a:srgbClr val="F6F3EE"/>
                </a:solidFill>
                <a:latin typeface="Arial"/>
                <a:ea typeface="Arial"/>
                <a:cs typeface="Arial"/>
              </a:rPr>
              <a:t>D   Démotique, arabe et latin</a:t>
            </a:r>
          </a:p>
        </p:txBody>
      </p:sp>
    </p:spTree>
    <p:extLst>
      <p:ext uri="{BB962C8B-B14F-4D97-AF65-F5344CB8AC3E}">
        <p14:creationId xmlns:p14="http://schemas.microsoft.com/office/powerpoint/2010/main" val="189969406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0"/>
                      </p:stCondLst>
                      <p:childTnLst>
                        <p:par>
                          <p:cTn id="4" presetID="10" presetClass="entr" presetSubtype="0" fill="hold" nodeType="afterEffect">
                            <p:stCondLst>
                              <p:cond delay="150"/>
                            </p:stCondLst>
                            <p:childTnLst>
                              <p:set>
                                <p:cBhvr>
                                  <p:cTn id="5" dur="1" fill="hold">
                                    <p:stCondLst>
                                      <p:cond delay="0"/>
                                    </p:stCondLst>
                                  </p:cTn>
                                  <p:tgtEl>
                                    <p:spTgt spid="4"/>
                                  </p:tgtEl>
                                  <p:attrNameLst>
                                    <p:attrName>style.visibility</p:attrName>
                                  </p:attrNameLst>
                                </p:cBhvr>
                                <p:to>
                                  <p:strVal val="visible"/>
                                </p:to>
                              </p:set>
                              <p:animEffect transition="in" filter="fade">
                                <p:cBhvr>
                                  <p:cTn id="6" dur="350" fill="hold"/>
                                  <p:tgtEl>
                                    <p:spTgt spid="4"/>
                                  </p:tgtEl>
                                </p:cBhvr>
                              </p:animEffect>
                            </p:childTnLst>
                          </p:cTn>
                        </p:par>
                        <p:par>
                          <p:cTn id="7" presetID="10" presetClass="entr" presetSubtype="0" fill="hold" nodeType="afterEffect">
                            <p:stCondLst>
                              <p:cond delay="450"/>
                            </p:stCondLst>
                            <p:childTnLst>
                              <p:set>
                                <p:cBhvr>
                                  <p:cTn id="8" dur="1" fill="hold">
                                    <p:stCondLst>
                                      <p:cond delay="0"/>
                                    </p:stCondLst>
                                  </p:cTn>
                                  <p:tgtEl>
                                    <p:spTgt spid="5"/>
                                  </p:tgtEl>
                                  <p:attrNameLst>
                                    <p:attrName>style.visibility</p:attrName>
                                  </p:attrNameLst>
                                </p:cBhvr>
                                <p:to>
                                  <p:strVal val="visible"/>
                                </p:to>
                              </p:set>
                              <p:animEffect transition="in" filter="fade">
                                <p:cBhvr>
                                  <p:cTn id="9" dur="350" fill="hold"/>
                                  <p:tgtEl>
                                    <p:spTgt spid="5"/>
                                  </p:tgtEl>
                                </p:cBhvr>
                              </p:animEffect>
                            </p:childTnLst>
                          </p:cTn>
                        </p:par>
                        <p:par>
                          <p:cTn id="10" presetID="10" presetClass="entr" presetSubtype="0" fill="hold" nodeType="afterEffect">
                            <p:stCondLst>
                              <p:cond delay="75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350" fill="hold"/>
                                  <p:tgtEl>
                                    <p:spTgt spid="6"/>
                                  </p:tgtEl>
                                </p:cBhvr>
                              </p:animEffect>
                            </p:childTnLst>
                          </p:cTn>
                        </p:par>
                        <p:par>
                          <p:cTn id="13" presetID="10" presetClass="entr" presetSubtype="0" fill="hold" nodeType="afterEffect">
                            <p:stCondLst>
                              <p:cond delay="1050"/>
                            </p:stCondLst>
                            <p:childTnLst>
                              <p:set>
                                <p:cBhvr>
                                  <p:cTn id="14" dur="1" fill="hold">
                                    <p:stCondLst>
                                      <p:cond delay="0"/>
                                    </p:stCondLst>
                                  </p:cTn>
                                  <p:tgtEl>
                                    <p:spTgt spid="7"/>
                                  </p:tgtEl>
                                  <p:attrNameLst>
                                    <p:attrName>style.visibility</p:attrName>
                                  </p:attrNameLst>
                                </p:cBhvr>
                                <p:to>
                                  <p:strVal val="visible"/>
                                </p:to>
                              </p:set>
                              <p:animEffect transition="in" filter="fade">
                                <p:cBhvr>
                                  <p:cTn id="15" dur="350" fill="hold"/>
                                  <p:tgtEl>
                                    <p:spTgt spid="7"/>
                                  </p:tgtEl>
                                </p:cBhvr>
                              </p:animEffect>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203A32"/>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155FF759-36D8-4499-8CB3-09805AA6D9B0}"/>
              </a:ext>
            </a:extLst>
          </p:cNvPr>
          <p:cNvPicPr>
            <a:picLocks noChangeAspect="1"/>
          </p:cNvPicPr>
          <p:nvPr/>
        </p:nvPicPr>
        <p:blipFill>
          <a:blip r:embed="rId3"/>
          <a:srcRect l="15000" t="34000" r="15000" b="18000"/>
          <a:stretch/>
        </p:blipFill>
        <p:spPr>
          <a:xfrm>
            <a:off x="0" y="0"/>
            <a:ext cx="15240000" cy="8572500"/>
          </a:xfrm>
          <a:prstGeom prst="rect">
            <a:avLst/>
          </a:prstGeom>
        </p:spPr>
      </p:pic>
      <p:sp>
        <p:nvSpPr>
          <p:cNvPr id="2" name="Rectangle 1">
            <a:extLst>
              <a:ext uri="{FF2B5EF4-FFF2-40B4-BE49-F238E27FC236}">
                <a16:creationId xmlns:a16="http://schemas.microsoft.com/office/drawing/2014/main" id="{E1A77E0D-FFF3-40BC-AEB9-92E10FEAA24B}"/>
              </a:ext>
            </a:extLst>
          </p:cNvPr>
          <p:cNvSpPr>
            <a:spLocks noGrp="1"/>
          </p:cNvSpPr>
          <p:nvPr/>
        </p:nvSpPr>
        <p:spPr>
          <a:xfrm>
            <a:off x="0" y="0"/>
            <a:ext cx="15240000" cy="8572500"/>
          </a:xfrm>
          <a:prstGeom prst="rect">
            <a:avLst/>
          </a:prstGeom>
          <a:solidFill>
            <a:srgbClr val="10271F">
              <a:alpha val="77000"/>
            </a:srgbClr>
          </a:solidFill>
          <a:ln w="0">
            <a:noFill/>
          </a:ln>
        </p:spPr>
      </p:sp>
      <p:sp>
        <p:nvSpPr>
          <p:cNvPr id="3" name="Trois écritures,&#10;un même décret">
            <a:extLst>
              <a:ext uri="{FF2B5EF4-FFF2-40B4-BE49-F238E27FC236}">
                <a16:creationId xmlns:a16="http://schemas.microsoft.com/office/drawing/2014/main" id="{1CA7A691-2679-4396-9729-836B166D0917}"/>
              </a:ext>
            </a:extLst>
          </p:cNvPr>
          <p:cNvSpPr>
            <a:spLocks noGrp="1"/>
          </p:cNvSpPr>
          <p:nvPr/>
        </p:nvSpPr>
        <p:spPr>
          <a:xfrm>
            <a:off x="904875" y="1381125"/>
            <a:ext cx="13335000" cy="2247900"/>
          </a:xfrm>
          <a:prstGeom prst="rect">
            <a:avLst/>
          </a:prstGeom>
          <a:noFill/>
          <a:ln w="0">
            <a:noFill/>
          </a:ln>
        </p:spPr>
        <p:txBody>
          <a:bodyPr wrap="square" lIns="0" tIns="0" rIns="0" bIns="0" anchor="t">
            <a:noAutofit/>
          </a:bodyPr>
          <a:lstStyle>
            <a:defPPr algn="l">
              <a:defRPr sz="6075" b="0">
                <a:solidFill>
                  <a:srgbClr val="F6F3EE"/>
                </a:solidFill>
                <a:latin typeface="Georgia"/>
                <a:ea typeface="Georgia"/>
                <a:cs typeface="Georgia"/>
              </a:defRPr>
            </a:defPPr>
            <a:lvl1pPr algn="l">
              <a:defRPr sz="6075" b="0">
                <a:solidFill>
                  <a:srgbClr val="F6F3EE"/>
                </a:solidFill>
                <a:latin typeface="Georgia"/>
                <a:ea typeface="Georgia"/>
                <a:cs typeface="Georgia"/>
              </a:defRPr>
            </a:lvl1pPr>
            <a:lvl2pPr algn="l">
              <a:defRPr sz="6075" b="0">
                <a:solidFill>
                  <a:srgbClr val="F6F3EE"/>
                </a:solidFill>
                <a:latin typeface="Georgia"/>
                <a:ea typeface="Georgia"/>
                <a:cs typeface="Georgia"/>
              </a:defRPr>
            </a:lvl2pPr>
            <a:lvl3pPr algn="l">
              <a:defRPr sz="6075" b="0">
                <a:solidFill>
                  <a:srgbClr val="F6F3EE"/>
                </a:solidFill>
                <a:latin typeface="Georgia"/>
                <a:ea typeface="Georgia"/>
                <a:cs typeface="Georgia"/>
              </a:defRPr>
            </a:lvl3pPr>
            <a:lvl4pPr algn="l">
              <a:defRPr sz="6075" b="0">
                <a:solidFill>
                  <a:srgbClr val="F6F3EE"/>
                </a:solidFill>
                <a:latin typeface="Georgia"/>
                <a:ea typeface="Georgia"/>
                <a:cs typeface="Georgia"/>
              </a:defRPr>
            </a:lvl4pPr>
            <a:lvl5pPr algn="l">
              <a:defRPr sz="6075" b="0">
                <a:solidFill>
                  <a:srgbClr val="F6F3EE"/>
                </a:solidFill>
                <a:latin typeface="Georgia"/>
                <a:ea typeface="Georgia"/>
                <a:cs typeface="Georgia"/>
              </a:defRPr>
            </a:lvl5pPr>
            <a:lvl6pPr algn="l">
              <a:defRPr sz="6075" b="0">
                <a:solidFill>
                  <a:srgbClr val="F6F3EE"/>
                </a:solidFill>
                <a:latin typeface="Georgia"/>
                <a:ea typeface="Georgia"/>
                <a:cs typeface="Georgia"/>
              </a:defRPr>
            </a:lvl6pPr>
            <a:lvl7pPr algn="l">
              <a:defRPr sz="6075" b="0">
                <a:solidFill>
                  <a:srgbClr val="F6F3EE"/>
                </a:solidFill>
                <a:latin typeface="Georgia"/>
                <a:ea typeface="Georgia"/>
                <a:cs typeface="Georgia"/>
              </a:defRPr>
            </a:lvl7pPr>
            <a:lvl8pPr algn="l">
              <a:defRPr sz="6075" b="0">
                <a:solidFill>
                  <a:srgbClr val="F6F3EE"/>
                </a:solidFill>
                <a:latin typeface="Georgia"/>
                <a:ea typeface="Georgia"/>
                <a:cs typeface="Georgia"/>
              </a:defRPr>
            </a:lvl8pPr>
            <a:lvl9pPr algn="l">
              <a:defRPr sz="6075" b="0">
                <a:solidFill>
                  <a:srgbClr val="F6F3EE"/>
                </a:solidFill>
                <a:latin typeface="Georgia"/>
                <a:ea typeface="Georgia"/>
                <a:cs typeface="Georgia"/>
              </a:defRPr>
            </a:lvl9pPr>
          </a:lstStyle>
          <a:p>
            <a:pPr algn="l">
              <a:defRPr sz="6075" b="0">
                <a:solidFill>
                  <a:srgbClr val="F6F3EE"/>
                </a:solidFill>
                <a:latin typeface="Georgia"/>
                <a:ea typeface="Georgia"/>
                <a:cs typeface="Georgia"/>
              </a:defRPr>
            </a:pPr>
            <a:r>
              <a:rPr sz="6075" b="0">
                <a:solidFill>
                  <a:srgbClr val="F6F3EE"/>
                </a:solidFill>
                <a:latin typeface="Georgia"/>
                <a:ea typeface="Georgia"/>
                <a:cs typeface="Georgia"/>
              </a:rPr>
              <a:t>Trois écritures,</a:t>
            </a:r>
          </a:p>
          <a:p>
            <a:pPr algn="l">
              <a:defRPr sz="6075" b="0">
                <a:solidFill>
                  <a:srgbClr val="F6F3EE"/>
                </a:solidFill>
                <a:latin typeface="Georgia"/>
                <a:ea typeface="Georgia"/>
                <a:cs typeface="Georgia"/>
              </a:defRPr>
            </a:pPr>
            <a:r>
              <a:rPr sz="6075" b="0">
                <a:solidFill>
                  <a:srgbClr val="F6F3EE"/>
                </a:solidFill>
                <a:latin typeface="Georgia"/>
                <a:ea typeface="Georgia"/>
                <a:cs typeface="Georgia"/>
              </a:rPr>
              <a:t>un même décret</a:t>
            </a:r>
          </a:p>
        </p:txBody>
      </p:sp>
      <p:sp>
        <p:nvSpPr>
          <p:cNvPr id="4" name="Hiéroglyphes · Démotique · Grec">
            <a:extLst>
              <a:ext uri="{FF2B5EF4-FFF2-40B4-BE49-F238E27FC236}">
                <a16:creationId xmlns:a16="http://schemas.microsoft.com/office/drawing/2014/main" id="{E6A343C1-9635-4D4E-84F8-4488A5FB0744}"/>
              </a:ext>
            </a:extLst>
          </p:cNvPr>
          <p:cNvSpPr>
            <a:spLocks noGrp="1"/>
          </p:cNvSpPr>
          <p:nvPr/>
        </p:nvSpPr>
        <p:spPr>
          <a:xfrm>
            <a:off x="952500" y="4476750"/>
            <a:ext cx="13239750" cy="781050"/>
          </a:xfrm>
          <a:prstGeom prst="rect">
            <a:avLst/>
          </a:prstGeom>
          <a:noFill/>
          <a:ln w="0">
            <a:noFill/>
          </a:ln>
        </p:spPr>
        <p:txBody>
          <a:bodyPr wrap="square" lIns="0" tIns="0" rIns="0" bIns="0" anchor="t">
            <a:noAutofit/>
          </a:bodyPr>
          <a:lstStyle>
            <a:defPPr algn="l">
              <a:defRPr sz="3450" b="1">
                <a:solidFill>
                  <a:srgbClr val="BD9661"/>
                </a:solidFill>
                <a:latin typeface="Arial"/>
                <a:ea typeface="Arial"/>
                <a:cs typeface="Arial"/>
              </a:defRPr>
            </a:defPPr>
            <a:lvl1pPr algn="l">
              <a:defRPr sz="3450" b="1">
                <a:solidFill>
                  <a:srgbClr val="BD9661"/>
                </a:solidFill>
                <a:latin typeface="Arial"/>
                <a:ea typeface="Arial"/>
                <a:cs typeface="Arial"/>
              </a:defRPr>
            </a:lvl1pPr>
            <a:lvl2pPr algn="l">
              <a:defRPr sz="3450" b="1">
                <a:solidFill>
                  <a:srgbClr val="BD9661"/>
                </a:solidFill>
                <a:latin typeface="Arial"/>
                <a:ea typeface="Arial"/>
                <a:cs typeface="Arial"/>
              </a:defRPr>
            </a:lvl2pPr>
            <a:lvl3pPr algn="l">
              <a:defRPr sz="3450" b="1">
                <a:solidFill>
                  <a:srgbClr val="BD9661"/>
                </a:solidFill>
                <a:latin typeface="Arial"/>
                <a:ea typeface="Arial"/>
                <a:cs typeface="Arial"/>
              </a:defRPr>
            </a:lvl3pPr>
            <a:lvl4pPr algn="l">
              <a:defRPr sz="3450" b="1">
                <a:solidFill>
                  <a:srgbClr val="BD9661"/>
                </a:solidFill>
                <a:latin typeface="Arial"/>
                <a:ea typeface="Arial"/>
                <a:cs typeface="Arial"/>
              </a:defRPr>
            </a:lvl4pPr>
            <a:lvl5pPr algn="l">
              <a:defRPr sz="3450" b="1">
                <a:solidFill>
                  <a:srgbClr val="BD9661"/>
                </a:solidFill>
                <a:latin typeface="Arial"/>
                <a:ea typeface="Arial"/>
                <a:cs typeface="Arial"/>
              </a:defRPr>
            </a:lvl5pPr>
            <a:lvl6pPr algn="l">
              <a:defRPr sz="3450" b="1">
                <a:solidFill>
                  <a:srgbClr val="BD9661"/>
                </a:solidFill>
                <a:latin typeface="Arial"/>
                <a:ea typeface="Arial"/>
                <a:cs typeface="Arial"/>
              </a:defRPr>
            </a:lvl6pPr>
            <a:lvl7pPr algn="l">
              <a:defRPr sz="3450" b="1">
                <a:solidFill>
                  <a:srgbClr val="BD9661"/>
                </a:solidFill>
                <a:latin typeface="Arial"/>
                <a:ea typeface="Arial"/>
                <a:cs typeface="Arial"/>
              </a:defRPr>
            </a:lvl7pPr>
            <a:lvl8pPr algn="l">
              <a:defRPr sz="3450" b="1">
                <a:solidFill>
                  <a:srgbClr val="BD9661"/>
                </a:solidFill>
                <a:latin typeface="Arial"/>
                <a:ea typeface="Arial"/>
                <a:cs typeface="Arial"/>
              </a:defRPr>
            </a:lvl8pPr>
            <a:lvl9pPr algn="l">
              <a:defRPr sz="3450" b="1">
                <a:solidFill>
                  <a:srgbClr val="BD9661"/>
                </a:solidFill>
                <a:latin typeface="Arial"/>
                <a:ea typeface="Arial"/>
                <a:cs typeface="Arial"/>
              </a:defRPr>
            </a:lvl9pPr>
          </a:lstStyle>
          <a:p>
            <a:pPr algn="l">
              <a:defRPr sz="3450" b="1">
                <a:solidFill>
                  <a:srgbClr val="BD9661"/>
                </a:solidFill>
                <a:latin typeface="Arial"/>
                <a:ea typeface="Arial"/>
                <a:cs typeface="Arial"/>
              </a:defRPr>
            </a:pPr>
            <a:r>
              <a:rPr sz="3450" b="1">
                <a:solidFill>
                  <a:srgbClr val="BD9661"/>
                </a:solidFill>
                <a:latin typeface="Arial"/>
                <a:ea typeface="Arial"/>
                <a:cs typeface="Arial"/>
              </a:rPr>
              <a:t>Hiéroglyphes · Démotique · Grec</a:t>
            </a:r>
          </a:p>
        </p:txBody>
      </p:sp>
      <p:sp>
        <p:nvSpPr>
          <p:cNvPr id="5" name="Les 18 questions proposent une correction expliquée.">
            <a:extLst>
              <a:ext uri="{FF2B5EF4-FFF2-40B4-BE49-F238E27FC236}">
                <a16:creationId xmlns:a16="http://schemas.microsoft.com/office/drawing/2014/main" id="{482551F0-84C6-4F63-996D-0FDD12D48F15}"/>
              </a:ext>
            </a:extLst>
          </p:cNvPr>
          <p:cNvSpPr>
            <a:spLocks noGrp="1"/>
          </p:cNvSpPr>
          <p:nvPr/>
        </p:nvSpPr>
        <p:spPr>
          <a:xfrm>
            <a:off x="952500" y="6429375"/>
            <a:ext cx="13144500" cy="1066800"/>
          </a:xfrm>
          <a:prstGeom prst="rect">
            <a:avLst/>
          </a:prstGeom>
          <a:noFill/>
          <a:ln w="0">
            <a:noFill/>
          </a:ln>
        </p:spPr>
        <p:txBody>
          <a:bodyPr wrap="square" lIns="0" tIns="0" rIns="0" bIns="0" anchor="t">
            <a:noAutofit/>
          </a:bodyPr>
          <a:lstStyle>
            <a:defPPr algn="l">
              <a:defRPr sz="2625" b="0">
                <a:solidFill>
                  <a:srgbClr val="F6F3EE"/>
                </a:solidFill>
                <a:latin typeface="Arial"/>
                <a:ea typeface="Arial"/>
                <a:cs typeface="Arial"/>
              </a:defRPr>
            </a:defPPr>
            <a:lvl1pPr algn="l">
              <a:defRPr sz="2625" b="0">
                <a:solidFill>
                  <a:srgbClr val="F6F3EE"/>
                </a:solidFill>
                <a:latin typeface="Arial"/>
                <a:ea typeface="Arial"/>
                <a:cs typeface="Arial"/>
              </a:defRPr>
            </a:lvl1pPr>
            <a:lvl2pPr algn="l">
              <a:defRPr sz="2625" b="0">
                <a:solidFill>
                  <a:srgbClr val="F6F3EE"/>
                </a:solidFill>
                <a:latin typeface="Arial"/>
                <a:ea typeface="Arial"/>
                <a:cs typeface="Arial"/>
              </a:defRPr>
            </a:lvl2pPr>
            <a:lvl3pPr algn="l">
              <a:defRPr sz="2625" b="0">
                <a:solidFill>
                  <a:srgbClr val="F6F3EE"/>
                </a:solidFill>
                <a:latin typeface="Arial"/>
                <a:ea typeface="Arial"/>
                <a:cs typeface="Arial"/>
              </a:defRPr>
            </a:lvl3pPr>
            <a:lvl4pPr algn="l">
              <a:defRPr sz="2625" b="0">
                <a:solidFill>
                  <a:srgbClr val="F6F3EE"/>
                </a:solidFill>
                <a:latin typeface="Arial"/>
                <a:ea typeface="Arial"/>
                <a:cs typeface="Arial"/>
              </a:defRPr>
            </a:lvl4pPr>
            <a:lvl5pPr algn="l">
              <a:defRPr sz="2625" b="0">
                <a:solidFill>
                  <a:srgbClr val="F6F3EE"/>
                </a:solidFill>
                <a:latin typeface="Arial"/>
                <a:ea typeface="Arial"/>
                <a:cs typeface="Arial"/>
              </a:defRPr>
            </a:lvl5pPr>
            <a:lvl6pPr algn="l">
              <a:defRPr sz="2625" b="0">
                <a:solidFill>
                  <a:srgbClr val="F6F3EE"/>
                </a:solidFill>
                <a:latin typeface="Arial"/>
                <a:ea typeface="Arial"/>
                <a:cs typeface="Arial"/>
              </a:defRPr>
            </a:lvl6pPr>
            <a:lvl7pPr algn="l">
              <a:defRPr sz="2625" b="0">
                <a:solidFill>
                  <a:srgbClr val="F6F3EE"/>
                </a:solidFill>
                <a:latin typeface="Arial"/>
                <a:ea typeface="Arial"/>
                <a:cs typeface="Arial"/>
              </a:defRPr>
            </a:lvl7pPr>
            <a:lvl8pPr algn="l">
              <a:defRPr sz="2625" b="0">
                <a:solidFill>
                  <a:srgbClr val="F6F3EE"/>
                </a:solidFill>
                <a:latin typeface="Arial"/>
                <a:ea typeface="Arial"/>
                <a:cs typeface="Arial"/>
              </a:defRPr>
            </a:lvl8pPr>
            <a:lvl9pPr algn="l">
              <a:defRPr sz="2625" b="0">
                <a:solidFill>
                  <a:srgbClr val="F6F3EE"/>
                </a:solidFill>
                <a:latin typeface="Arial"/>
                <a:ea typeface="Arial"/>
                <a:cs typeface="Arial"/>
              </a:defRPr>
            </a:lvl9pPr>
          </a:lstStyle>
          <a:p>
            <a:pPr algn="l">
              <a:defRPr sz="2625" b="0">
                <a:solidFill>
                  <a:srgbClr val="F6F3EE"/>
                </a:solidFill>
                <a:latin typeface="Arial"/>
                <a:ea typeface="Arial"/>
                <a:cs typeface="Arial"/>
              </a:defRPr>
            </a:pPr>
            <a:r>
              <a:rPr sz="2625" b="0">
                <a:solidFill>
                  <a:srgbClr val="F6F3EE"/>
                </a:solidFill>
                <a:latin typeface="Arial"/>
                <a:ea typeface="Arial"/>
                <a:cs typeface="Arial"/>
              </a:rPr>
              <a:t>Les 18 questions proposent une correction expliquée.</a:t>
            </a:r>
          </a:p>
          <a:p>
            <a:pPr algn="l">
              <a:defRPr sz="2625" b="0">
                <a:solidFill>
                  <a:srgbClr val="F6F3EE"/>
                </a:solidFill>
                <a:latin typeface="Arial"/>
                <a:ea typeface="Arial"/>
                <a:cs typeface="Arial"/>
              </a:defRPr>
            </a:pPr>
            <a:r>
              <a:rPr sz="2625" b="0">
                <a:solidFill>
                  <a:srgbClr val="F6F3EE"/>
                </a:solidFill>
                <a:latin typeface="Arial"/>
                <a:ea typeface="Arial"/>
                <a:cs typeface="Arial"/>
              </a:rPr>
              <a:t>Chaque résultat rejoint la progression sauvegardée.</a:t>
            </a:r>
          </a:p>
        </p:txBody>
      </p:sp>
      <p:sp>
        <p:nvSpPr>
          <p:cNvPr id="6" name="09">
            <a:extLst>
              <a:ext uri="{FF2B5EF4-FFF2-40B4-BE49-F238E27FC236}">
                <a16:creationId xmlns:a16="http://schemas.microsoft.com/office/drawing/2014/main" id="{3C445B9D-6B4D-4C7D-87EF-9931B65DBE43}"/>
              </a:ext>
            </a:extLst>
          </p:cNvPr>
          <p:cNvSpPr>
            <a:spLocks noGrp="1"/>
          </p:cNvSpPr>
          <p:nvPr/>
        </p:nvSpPr>
        <p:spPr>
          <a:xfrm>
            <a:off x="14001750" y="8039100"/>
            <a:ext cx="523875" cy="285750"/>
          </a:xfrm>
          <a:prstGeom prst="rect">
            <a:avLst/>
          </a:prstGeom>
          <a:noFill/>
          <a:ln w="0">
            <a:noFill/>
          </a:ln>
        </p:spPr>
        <p:txBody>
          <a:bodyPr wrap="square" lIns="0" tIns="0" rIns="0" bIns="0" anchor="t">
            <a:noAutofit/>
          </a:bodyPr>
          <a:lstStyle>
            <a:defPPr algn="r">
              <a:defRPr sz="1575" b="0">
                <a:solidFill>
                  <a:srgbClr val="DFD5C1"/>
                </a:solidFill>
                <a:latin typeface="Arial"/>
                <a:ea typeface="Arial"/>
                <a:cs typeface="Arial"/>
              </a:defRPr>
            </a:defPPr>
            <a:lvl1pPr algn="r">
              <a:defRPr sz="1575" b="0">
                <a:solidFill>
                  <a:srgbClr val="DFD5C1"/>
                </a:solidFill>
                <a:latin typeface="Arial"/>
                <a:ea typeface="Arial"/>
                <a:cs typeface="Arial"/>
              </a:defRPr>
            </a:lvl1pPr>
            <a:lvl2pPr algn="r">
              <a:defRPr sz="1575" b="0">
                <a:solidFill>
                  <a:srgbClr val="DFD5C1"/>
                </a:solidFill>
                <a:latin typeface="Arial"/>
                <a:ea typeface="Arial"/>
                <a:cs typeface="Arial"/>
              </a:defRPr>
            </a:lvl2pPr>
            <a:lvl3pPr algn="r">
              <a:defRPr sz="1575" b="0">
                <a:solidFill>
                  <a:srgbClr val="DFD5C1"/>
                </a:solidFill>
                <a:latin typeface="Arial"/>
                <a:ea typeface="Arial"/>
                <a:cs typeface="Arial"/>
              </a:defRPr>
            </a:lvl3pPr>
            <a:lvl4pPr algn="r">
              <a:defRPr sz="1575" b="0">
                <a:solidFill>
                  <a:srgbClr val="DFD5C1"/>
                </a:solidFill>
                <a:latin typeface="Arial"/>
                <a:ea typeface="Arial"/>
                <a:cs typeface="Arial"/>
              </a:defRPr>
            </a:lvl4pPr>
            <a:lvl5pPr algn="r">
              <a:defRPr sz="1575" b="0">
                <a:solidFill>
                  <a:srgbClr val="DFD5C1"/>
                </a:solidFill>
                <a:latin typeface="Arial"/>
                <a:ea typeface="Arial"/>
                <a:cs typeface="Arial"/>
              </a:defRPr>
            </a:lvl5pPr>
            <a:lvl6pPr algn="r">
              <a:defRPr sz="1575" b="0">
                <a:solidFill>
                  <a:srgbClr val="DFD5C1"/>
                </a:solidFill>
                <a:latin typeface="Arial"/>
                <a:ea typeface="Arial"/>
                <a:cs typeface="Arial"/>
              </a:defRPr>
            </a:lvl6pPr>
            <a:lvl7pPr algn="r">
              <a:defRPr sz="1575" b="0">
                <a:solidFill>
                  <a:srgbClr val="DFD5C1"/>
                </a:solidFill>
                <a:latin typeface="Arial"/>
                <a:ea typeface="Arial"/>
                <a:cs typeface="Arial"/>
              </a:defRPr>
            </a:lvl7pPr>
            <a:lvl8pPr algn="r">
              <a:defRPr sz="1575" b="0">
                <a:solidFill>
                  <a:srgbClr val="DFD5C1"/>
                </a:solidFill>
                <a:latin typeface="Arial"/>
                <a:ea typeface="Arial"/>
                <a:cs typeface="Arial"/>
              </a:defRPr>
            </a:lvl8pPr>
            <a:lvl9pPr algn="r">
              <a:defRPr sz="1575" b="0">
                <a:solidFill>
                  <a:srgbClr val="DFD5C1"/>
                </a:solidFill>
                <a:latin typeface="Arial"/>
                <a:ea typeface="Arial"/>
                <a:cs typeface="Arial"/>
              </a:defRPr>
            </a:lvl9pPr>
          </a:lstStyle>
          <a:p>
            <a:pPr algn="r">
              <a:defRPr sz="1575" b="0">
                <a:solidFill>
                  <a:srgbClr val="DFD5C1"/>
                </a:solidFill>
                <a:latin typeface="Arial"/>
                <a:ea typeface="Arial"/>
                <a:cs typeface="Arial"/>
              </a:defRPr>
            </a:pPr>
            <a:r>
              <a:rPr sz="1575" b="0">
                <a:solidFill>
                  <a:srgbClr val="DFD5C1"/>
                </a:solidFill>
                <a:latin typeface="Arial"/>
                <a:ea typeface="Arial"/>
                <a:cs typeface="Arial"/>
              </a:rPr>
              <a:t>09</a:t>
            </a:r>
          </a:p>
        </p:txBody>
      </p:sp>
    </p:spTree>
    <p:extLst>
      <p:ext uri="{BB962C8B-B14F-4D97-AF65-F5344CB8AC3E}">
        <p14:creationId xmlns:p14="http://schemas.microsoft.com/office/powerpoint/2010/main" val="172631338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0"/>
                      </p:stCondLst>
                      <p:childTnLst>
                        <p:par>
                          <p:cTn id="4" presetID="10" presetClass="entr" presetSubtype="0" fill="hold" nodeType="afterEffect">
                            <p:stCondLst>
                              <p:cond delay="150"/>
                            </p:stCondLst>
                            <p:childTnLst>
                              <p:set>
                                <p:cBhvr>
                                  <p:cTn id="5" dur="1" fill="hold">
                                    <p:stCondLst>
                                      <p:cond delay="0"/>
                                    </p:stCondLst>
                                  </p:cTn>
                                  <p:tgtEl>
                                    <p:spTgt spid="3"/>
                                  </p:tgtEl>
                                  <p:attrNameLst>
                                    <p:attrName>style.visibility</p:attrName>
                                  </p:attrNameLst>
                                </p:cBhvr>
                                <p:to>
                                  <p:strVal val="visible"/>
                                </p:to>
                              </p:set>
                              <p:animEffect transition="in" filter="fade">
                                <p:cBhvr>
                                  <p:cTn id="6" dur="350" fill="hold"/>
                                  <p:tgtEl>
                                    <p:spTgt spid="3"/>
                                  </p:tgtEl>
                                </p:cBhvr>
                              </p:animEffect>
                            </p:childTnLst>
                          </p:cTn>
                        </p:par>
                        <p:par>
                          <p:cTn id="7" presetID="10" presetClass="entr" presetSubtype="0" fill="hold" nodeType="afterEffect">
                            <p:stCondLst>
                              <p:cond delay="450"/>
                            </p:stCondLst>
                            <p:childTnLst>
                              <p:set>
                                <p:cBhvr>
                                  <p:cTn id="8" dur="1" fill="hold">
                                    <p:stCondLst>
                                      <p:cond delay="0"/>
                                    </p:stCondLst>
                                  </p:cTn>
                                  <p:tgtEl>
                                    <p:spTgt spid="4"/>
                                  </p:tgtEl>
                                  <p:attrNameLst>
                                    <p:attrName>style.visibility</p:attrName>
                                  </p:attrNameLst>
                                </p:cBhvr>
                                <p:to>
                                  <p:strVal val="visible"/>
                                </p:to>
                              </p:set>
                              <p:animEffect transition="in" filter="fade">
                                <p:cBhvr>
                                  <p:cTn id="9" dur="350" fill="hold"/>
                                  <p:tgtEl>
                                    <p:spTgt spid="4"/>
                                  </p:tgtEl>
                                </p:cBhvr>
                              </p:animEffect>
                            </p:childTnLst>
                          </p:cTn>
                        </p:par>
                        <p:par>
                          <p:cTn id="10" presetID="10" presetClass="entr" presetSubtype="0" fill="hold" nodeType="afterEffect">
                            <p:stCondLst>
                              <p:cond delay="75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350" fill="hold"/>
                                  <p:tgtEl>
                                    <p:spTgt spid="5"/>
                                  </p:tgtEl>
                                </p:cBhvr>
                              </p:animEffect>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203A32"/>
        </a:solidFill>
        <a:effectLst/>
      </p:bgPr>
    </p:bg>
    <p:spTree>
      <p:nvGrpSpPr>
        <p:cNvPr id="1" name=""/>
        <p:cNvGrpSpPr/>
        <p:nvPr/>
      </p:nvGrpSpPr>
      <p:grpSpPr>
        <a:xfrm>
          <a:off x="0" y="0"/>
          <a:ext cx="0" cy="0"/>
          <a:chOff x="0" y="0"/>
          <a:chExt cx="0" cy="0"/>
        </a:xfrm>
      </p:grpSpPr>
      <p:pic>
        <p:nvPicPr>
          <p:cNvPr id="20" name="Picture 19">
            <a:extLst>
              <a:ext uri="{FF2B5EF4-FFF2-40B4-BE49-F238E27FC236}">
                <a16:creationId xmlns:a16="http://schemas.microsoft.com/office/drawing/2014/main" id="{2B99D19E-47D7-4B3C-A451-ED438605D81B}"/>
              </a:ext>
            </a:extLst>
          </p:cNvPr>
          <p:cNvPicPr>
            <a:picLocks noChangeAspect="1"/>
          </p:cNvPicPr>
          <p:nvPr/>
        </p:nvPicPr>
        <p:blipFill>
          <a:blip r:embed="rId3"/>
          <a:srcRect t="26000" b="26000"/>
          <a:stretch>
            <a:fillRect/>
          </a:stretch>
        </p:blipFill>
        <p:spPr>
          <a:xfrm>
            <a:off x="0" y="0"/>
            <a:ext cx="5095875" cy="4095750"/>
          </a:xfrm>
          <a:prstGeom prst="rect">
            <a:avLst/>
          </a:prstGeom>
        </p:spPr>
      </p:pic>
      <p:sp>
        <p:nvSpPr>
          <p:cNvPr id="2" name="Rectangle 1">
            <a:extLst>
              <a:ext uri="{FF2B5EF4-FFF2-40B4-BE49-F238E27FC236}">
                <a16:creationId xmlns:a16="http://schemas.microsoft.com/office/drawing/2014/main" id="{5171FA3C-F4AC-4152-8556-39C308BD33DC}"/>
              </a:ext>
            </a:extLst>
          </p:cNvPr>
          <p:cNvSpPr>
            <a:spLocks noGrp="1"/>
          </p:cNvSpPr>
          <p:nvPr/>
        </p:nvSpPr>
        <p:spPr>
          <a:xfrm>
            <a:off x="0" y="3143250"/>
            <a:ext cx="5095875" cy="952500"/>
          </a:xfrm>
          <a:prstGeom prst="rect">
            <a:avLst/>
          </a:prstGeom>
          <a:solidFill>
            <a:srgbClr val="10271F">
              <a:alpha val="85000"/>
            </a:srgbClr>
          </a:solidFill>
          <a:ln w="0">
            <a:noFill/>
          </a:ln>
        </p:spPr>
      </p:sp>
      <p:sp>
        <p:nvSpPr>
          <p:cNvPr id="3" name="Pierre de Rosette">
            <a:extLst>
              <a:ext uri="{FF2B5EF4-FFF2-40B4-BE49-F238E27FC236}">
                <a16:creationId xmlns:a16="http://schemas.microsoft.com/office/drawing/2014/main" id="{772E2363-28BF-4022-9E0A-3B03EF97C021}"/>
              </a:ext>
            </a:extLst>
          </p:cNvPr>
          <p:cNvSpPr>
            <a:spLocks noGrp="1"/>
          </p:cNvSpPr>
          <p:nvPr/>
        </p:nvSpPr>
        <p:spPr>
          <a:xfrm>
            <a:off x="266700" y="3362325"/>
            <a:ext cx="4619625" cy="666750"/>
          </a:xfrm>
          <a:prstGeom prst="rect">
            <a:avLst/>
          </a:prstGeom>
          <a:noFill/>
          <a:ln w="0">
            <a:noFill/>
          </a:ln>
        </p:spPr>
        <p:txBody>
          <a:bodyPr wrap="square" lIns="0" tIns="0" rIns="0" bIns="0" anchor="t">
            <a:noAutofit/>
          </a:bodyPr>
          <a:lstStyle>
            <a:defPPr algn="l">
              <a:defRPr sz="2175" b="1">
                <a:solidFill>
                  <a:srgbClr val="F6F3EE"/>
                </a:solidFill>
                <a:latin typeface="Arial"/>
                <a:ea typeface="Arial"/>
                <a:cs typeface="Arial"/>
              </a:defRPr>
            </a:defPPr>
            <a:lvl1pPr algn="l">
              <a:defRPr sz="2175" b="1">
                <a:solidFill>
                  <a:srgbClr val="F6F3EE"/>
                </a:solidFill>
                <a:latin typeface="Arial"/>
                <a:ea typeface="Arial"/>
                <a:cs typeface="Arial"/>
              </a:defRPr>
            </a:lvl1pPr>
            <a:lvl2pPr algn="l">
              <a:defRPr sz="2175" b="1">
                <a:solidFill>
                  <a:srgbClr val="F6F3EE"/>
                </a:solidFill>
                <a:latin typeface="Arial"/>
                <a:ea typeface="Arial"/>
                <a:cs typeface="Arial"/>
              </a:defRPr>
            </a:lvl2pPr>
            <a:lvl3pPr algn="l">
              <a:defRPr sz="2175" b="1">
                <a:solidFill>
                  <a:srgbClr val="F6F3EE"/>
                </a:solidFill>
                <a:latin typeface="Arial"/>
                <a:ea typeface="Arial"/>
                <a:cs typeface="Arial"/>
              </a:defRPr>
            </a:lvl3pPr>
            <a:lvl4pPr algn="l">
              <a:defRPr sz="2175" b="1">
                <a:solidFill>
                  <a:srgbClr val="F6F3EE"/>
                </a:solidFill>
                <a:latin typeface="Arial"/>
                <a:ea typeface="Arial"/>
                <a:cs typeface="Arial"/>
              </a:defRPr>
            </a:lvl4pPr>
            <a:lvl5pPr algn="l">
              <a:defRPr sz="2175" b="1">
                <a:solidFill>
                  <a:srgbClr val="F6F3EE"/>
                </a:solidFill>
                <a:latin typeface="Arial"/>
                <a:ea typeface="Arial"/>
                <a:cs typeface="Arial"/>
              </a:defRPr>
            </a:lvl5pPr>
            <a:lvl6pPr algn="l">
              <a:defRPr sz="2175" b="1">
                <a:solidFill>
                  <a:srgbClr val="F6F3EE"/>
                </a:solidFill>
                <a:latin typeface="Arial"/>
                <a:ea typeface="Arial"/>
                <a:cs typeface="Arial"/>
              </a:defRPr>
            </a:lvl6pPr>
            <a:lvl7pPr algn="l">
              <a:defRPr sz="2175" b="1">
                <a:solidFill>
                  <a:srgbClr val="F6F3EE"/>
                </a:solidFill>
                <a:latin typeface="Arial"/>
                <a:ea typeface="Arial"/>
                <a:cs typeface="Arial"/>
              </a:defRPr>
            </a:lvl7pPr>
            <a:lvl8pPr algn="l">
              <a:defRPr sz="2175" b="1">
                <a:solidFill>
                  <a:srgbClr val="F6F3EE"/>
                </a:solidFill>
                <a:latin typeface="Arial"/>
                <a:ea typeface="Arial"/>
                <a:cs typeface="Arial"/>
              </a:defRPr>
            </a:lvl8pPr>
            <a:lvl9pPr algn="l">
              <a:defRPr sz="2175" b="1">
                <a:solidFill>
                  <a:srgbClr val="F6F3EE"/>
                </a:solidFill>
                <a:latin typeface="Arial"/>
                <a:ea typeface="Arial"/>
                <a:cs typeface="Arial"/>
              </a:defRPr>
            </a:lvl9pPr>
          </a:lstStyle>
          <a:p>
            <a:pPr algn="l">
              <a:defRPr sz="2175" b="1">
                <a:solidFill>
                  <a:srgbClr val="F6F3EE"/>
                </a:solidFill>
                <a:latin typeface="Arial"/>
                <a:ea typeface="Arial"/>
                <a:cs typeface="Arial"/>
              </a:defRPr>
            </a:pPr>
            <a:r>
              <a:rPr sz="2175" b="1">
                <a:solidFill>
                  <a:srgbClr val="F6F3EE"/>
                </a:solidFill>
                <a:latin typeface="Arial"/>
                <a:ea typeface="Arial"/>
                <a:cs typeface="Arial"/>
              </a:rPr>
              <a:t>Pierre de Rosette</a:t>
            </a:r>
          </a:p>
        </p:txBody>
      </p:sp>
      <p:pic>
        <p:nvPicPr>
          <p:cNvPr id="4" name="Picture 3">
            <a:extLst>
              <a:ext uri="{FF2B5EF4-FFF2-40B4-BE49-F238E27FC236}">
                <a16:creationId xmlns:a16="http://schemas.microsoft.com/office/drawing/2014/main" id="{E7224AB5-B874-434A-A769-EECA0DBEE47D}"/>
              </a:ext>
            </a:extLst>
          </p:cNvPr>
          <p:cNvPicPr>
            <a:picLocks noChangeAspect="1"/>
          </p:cNvPicPr>
          <p:nvPr/>
        </p:nvPicPr>
        <p:blipFill>
          <a:blip r:embed="rId4"/>
          <a:srcRect t="671" b="671"/>
          <a:stretch>
            <a:fillRect/>
          </a:stretch>
        </p:blipFill>
        <p:spPr>
          <a:xfrm>
            <a:off x="5095875" y="0"/>
            <a:ext cx="5048250" cy="4095750"/>
          </a:xfrm>
          <a:prstGeom prst="rect">
            <a:avLst/>
          </a:prstGeom>
        </p:spPr>
      </p:pic>
      <p:sp>
        <p:nvSpPr>
          <p:cNvPr id="5" name="Rectangle 4">
            <a:extLst>
              <a:ext uri="{FF2B5EF4-FFF2-40B4-BE49-F238E27FC236}">
                <a16:creationId xmlns:a16="http://schemas.microsoft.com/office/drawing/2014/main" id="{CB27EA30-D2FA-4FB1-AA26-8097649701BA}"/>
              </a:ext>
            </a:extLst>
          </p:cNvPr>
          <p:cNvSpPr>
            <a:spLocks noGrp="1"/>
          </p:cNvSpPr>
          <p:nvPr/>
        </p:nvSpPr>
        <p:spPr>
          <a:xfrm>
            <a:off x="5095875" y="3143250"/>
            <a:ext cx="5048250" cy="952500"/>
          </a:xfrm>
          <a:prstGeom prst="rect">
            <a:avLst/>
          </a:prstGeom>
          <a:solidFill>
            <a:srgbClr val="10271F">
              <a:alpha val="85000"/>
            </a:srgbClr>
          </a:solidFill>
          <a:ln w="0">
            <a:noFill/>
          </a:ln>
        </p:spPr>
      </p:sp>
      <p:sp>
        <p:nvSpPr>
          <p:cNvPr id="6" name="Scarabée monumental">
            <a:extLst>
              <a:ext uri="{FF2B5EF4-FFF2-40B4-BE49-F238E27FC236}">
                <a16:creationId xmlns:a16="http://schemas.microsoft.com/office/drawing/2014/main" id="{F95F7C98-D375-415B-9C02-223B31F5C714}"/>
              </a:ext>
            </a:extLst>
          </p:cNvPr>
          <p:cNvSpPr>
            <a:spLocks noGrp="1"/>
          </p:cNvSpPr>
          <p:nvPr/>
        </p:nvSpPr>
        <p:spPr>
          <a:xfrm>
            <a:off x="5362575" y="3362325"/>
            <a:ext cx="4572000" cy="666750"/>
          </a:xfrm>
          <a:prstGeom prst="rect">
            <a:avLst/>
          </a:prstGeom>
          <a:noFill/>
          <a:ln w="0">
            <a:noFill/>
          </a:ln>
        </p:spPr>
        <p:txBody>
          <a:bodyPr wrap="square" lIns="0" tIns="0" rIns="0" bIns="0" anchor="t">
            <a:noAutofit/>
          </a:bodyPr>
          <a:lstStyle>
            <a:defPPr algn="l">
              <a:defRPr sz="2175" b="1">
                <a:solidFill>
                  <a:srgbClr val="F6F3EE"/>
                </a:solidFill>
                <a:latin typeface="Arial"/>
                <a:ea typeface="Arial"/>
                <a:cs typeface="Arial"/>
              </a:defRPr>
            </a:defPPr>
            <a:lvl1pPr algn="l">
              <a:defRPr sz="2175" b="1">
                <a:solidFill>
                  <a:srgbClr val="F6F3EE"/>
                </a:solidFill>
                <a:latin typeface="Arial"/>
                <a:ea typeface="Arial"/>
                <a:cs typeface="Arial"/>
              </a:defRPr>
            </a:lvl1pPr>
            <a:lvl2pPr algn="l">
              <a:defRPr sz="2175" b="1">
                <a:solidFill>
                  <a:srgbClr val="F6F3EE"/>
                </a:solidFill>
                <a:latin typeface="Arial"/>
                <a:ea typeface="Arial"/>
                <a:cs typeface="Arial"/>
              </a:defRPr>
            </a:lvl2pPr>
            <a:lvl3pPr algn="l">
              <a:defRPr sz="2175" b="1">
                <a:solidFill>
                  <a:srgbClr val="F6F3EE"/>
                </a:solidFill>
                <a:latin typeface="Arial"/>
                <a:ea typeface="Arial"/>
                <a:cs typeface="Arial"/>
              </a:defRPr>
            </a:lvl3pPr>
            <a:lvl4pPr algn="l">
              <a:defRPr sz="2175" b="1">
                <a:solidFill>
                  <a:srgbClr val="F6F3EE"/>
                </a:solidFill>
                <a:latin typeface="Arial"/>
                <a:ea typeface="Arial"/>
                <a:cs typeface="Arial"/>
              </a:defRPr>
            </a:lvl4pPr>
            <a:lvl5pPr algn="l">
              <a:defRPr sz="2175" b="1">
                <a:solidFill>
                  <a:srgbClr val="F6F3EE"/>
                </a:solidFill>
                <a:latin typeface="Arial"/>
                <a:ea typeface="Arial"/>
                <a:cs typeface="Arial"/>
              </a:defRPr>
            </a:lvl5pPr>
            <a:lvl6pPr algn="l">
              <a:defRPr sz="2175" b="1">
                <a:solidFill>
                  <a:srgbClr val="F6F3EE"/>
                </a:solidFill>
                <a:latin typeface="Arial"/>
                <a:ea typeface="Arial"/>
                <a:cs typeface="Arial"/>
              </a:defRPr>
            </a:lvl6pPr>
            <a:lvl7pPr algn="l">
              <a:defRPr sz="2175" b="1">
                <a:solidFill>
                  <a:srgbClr val="F6F3EE"/>
                </a:solidFill>
                <a:latin typeface="Arial"/>
                <a:ea typeface="Arial"/>
                <a:cs typeface="Arial"/>
              </a:defRPr>
            </a:lvl7pPr>
            <a:lvl8pPr algn="l">
              <a:defRPr sz="2175" b="1">
                <a:solidFill>
                  <a:srgbClr val="F6F3EE"/>
                </a:solidFill>
                <a:latin typeface="Arial"/>
                <a:ea typeface="Arial"/>
                <a:cs typeface="Arial"/>
              </a:defRPr>
            </a:lvl8pPr>
            <a:lvl9pPr algn="l">
              <a:defRPr sz="2175" b="1">
                <a:solidFill>
                  <a:srgbClr val="F6F3EE"/>
                </a:solidFill>
                <a:latin typeface="Arial"/>
                <a:ea typeface="Arial"/>
                <a:cs typeface="Arial"/>
              </a:defRPr>
            </a:lvl9pPr>
          </a:lstStyle>
          <a:p>
            <a:pPr algn="l">
              <a:defRPr sz="2175" b="1">
                <a:solidFill>
                  <a:srgbClr val="F6F3EE"/>
                </a:solidFill>
                <a:latin typeface="Arial"/>
                <a:ea typeface="Arial"/>
                <a:cs typeface="Arial"/>
              </a:defRPr>
            </a:pPr>
            <a:r>
              <a:rPr sz="2175" b="1">
                <a:solidFill>
                  <a:srgbClr val="F6F3EE"/>
                </a:solidFill>
                <a:latin typeface="Arial"/>
                <a:ea typeface="Arial"/>
                <a:cs typeface="Arial"/>
              </a:rPr>
              <a:t>Scarabée monumental</a:t>
            </a:r>
          </a:p>
        </p:txBody>
      </p:sp>
      <p:pic>
        <p:nvPicPr>
          <p:cNvPr id="7" name="Picture 6">
            <a:extLst>
              <a:ext uri="{FF2B5EF4-FFF2-40B4-BE49-F238E27FC236}">
                <a16:creationId xmlns:a16="http://schemas.microsoft.com/office/drawing/2014/main" id="{3BAF0457-20A2-4B67-9021-36478C2E2AFA}"/>
              </a:ext>
            </a:extLst>
          </p:cNvPr>
          <p:cNvPicPr>
            <a:picLocks noChangeAspect="1"/>
          </p:cNvPicPr>
          <p:nvPr/>
        </p:nvPicPr>
        <p:blipFill>
          <a:blip r:embed="rId5"/>
          <a:srcRect t="23209" b="23209"/>
          <a:stretch>
            <a:fillRect/>
          </a:stretch>
        </p:blipFill>
        <p:spPr>
          <a:xfrm>
            <a:off x="10144125" y="0"/>
            <a:ext cx="5095875" cy="4095750"/>
          </a:xfrm>
          <a:prstGeom prst="rect">
            <a:avLst/>
          </a:prstGeom>
        </p:spPr>
      </p:pic>
      <p:sp>
        <p:nvSpPr>
          <p:cNvPr id="8" name="Rectangle 7">
            <a:extLst>
              <a:ext uri="{FF2B5EF4-FFF2-40B4-BE49-F238E27FC236}">
                <a16:creationId xmlns:a16="http://schemas.microsoft.com/office/drawing/2014/main" id="{78380879-E2D4-47B6-8610-7F96B8CB2555}"/>
              </a:ext>
            </a:extLst>
          </p:cNvPr>
          <p:cNvSpPr>
            <a:spLocks noGrp="1"/>
          </p:cNvSpPr>
          <p:nvPr/>
        </p:nvSpPr>
        <p:spPr>
          <a:xfrm>
            <a:off x="10144125" y="3143250"/>
            <a:ext cx="5095875" cy="952500"/>
          </a:xfrm>
          <a:prstGeom prst="rect">
            <a:avLst/>
          </a:prstGeom>
          <a:solidFill>
            <a:srgbClr val="10271F">
              <a:alpha val="85000"/>
            </a:srgbClr>
          </a:solidFill>
          <a:ln w="0">
            <a:noFill/>
          </a:ln>
        </p:spPr>
      </p:sp>
      <p:sp>
        <p:nvSpPr>
          <p:cNvPr id="9" name="Bélier d’Amon">
            <a:extLst>
              <a:ext uri="{FF2B5EF4-FFF2-40B4-BE49-F238E27FC236}">
                <a16:creationId xmlns:a16="http://schemas.microsoft.com/office/drawing/2014/main" id="{6DAAACFB-054B-41A2-BBE3-3830E8ECA672}"/>
              </a:ext>
            </a:extLst>
          </p:cNvPr>
          <p:cNvSpPr>
            <a:spLocks noGrp="1"/>
          </p:cNvSpPr>
          <p:nvPr/>
        </p:nvSpPr>
        <p:spPr>
          <a:xfrm>
            <a:off x="10410825" y="3362325"/>
            <a:ext cx="4619625" cy="666750"/>
          </a:xfrm>
          <a:prstGeom prst="rect">
            <a:avLst/>
          </a:prstGeom>
          <a:noFill/>
          <a:ln w="0">
            <a:noFill/>
          </a:ln>
        </p:spPr>
        <p:txBody>
          <a:bodyPr wrap="square" lIns="0" tIns="0" rIns="0" bIns="0" anchor="t">
            <a:noAutofit/>
          </a:bodyPr>
          <a:lstStyle>
            <a:defPPr algn="l">
              <a:defRPr sz="2175" b="1">
                <a:solidFill>
                  <a:srgbClr val="F6F3EE"/>
                </a:solidFill>
                <a:latin typeface="Arial"/>
                <a:ea typeface="Arial"/>
                <a:cs typeface="Arial"/>
              </a:defRPr>
            </a:defPPr>
            <a:lvl1pPr algn="l">
              <a:defRPr sz="2175" b="1">
                <a:solidFill>
                  <a:srgbClr val="F6F3EE"/>
                </a:solidFill>
                <a:latin typeface="Arial"/>
                <a:ea typeface="Arial"/>
                <a:cs typeface="Arial"/>
              </a:defRPr>
            </a:lvl1pPr>
            <a:lvl2pPr algn="l">
              <a:defRPr sz="2175" b="1">
                <a:solidFill>
                  <a:srgbClr val="F6F3EE"/>
                </a:solidFill>
                <a:latin typeface="Arial"/>
                <a:ea typeface="Arial"/>
                <a:cs typeface="Arial"/>
              </a:defRPr>
            </a:lvl2pPr>
            <a:lvl3pPr algn="l">
              <a:defRPr sz="2175" b="1">
                <a:solidFill>
                  <a:srgbClr val="F6F3EE"/>
                </a:solidFill>
                <a:latin typeface="Arial"/>
                <a:ea typeface="Arial"/>
                <a:cs typeface="Arial"/>
              </a:defRPr>
            </a:lvl3pPr>
            <a:lvl4pPr algn="l">
              <a:defRPr sz="2175" b="1">
                <a:solidFill>
                  <a:srgbClr val="F6F3EE"/>
                </a:solidFill>
                <a:latin typeface="Arial"/>
                <a:ea typeface="Arial"/>
                <a:cs typeface="Arial"/>
              </a:defRPr>
            </a:lvl4pPr>
            <a:lvl5pPr algn="l">
              <a:defRPr sz="2175" b="1">
                <a:solidFill>
                  <a:srgbClr val="F6F3EE"/>
                </a:solidFill>
                <a:latin typeface="Arial"/>
                <a:ea typeface="Arial"/>
                <a:cs typeface="Arial"/>
              </a:defRPr>
            </a:lvl5pPr>
            <a:lvl6pPr algn="l">
              <a:defRPr sz="2175" b="1">
                <a:solidFill>
                  <a:srgbClr val="F6F3EE"/>
                </a:solidFill>
                <a:latin typeface="Arial"/>
                <a:ea typeface="Arial"/>
                <a:cs typeface="Arial"/>
              </a:defRPr>
            </a:lvl6pPr>
            <a:lvl7pPr algn="l">
              <a:defRPr sz="2175" b="1">
                <a:solidFill>
                  <a:srgbClr val="F6F3EE"/>
                </a:solidFill>
                <a:latin typeface="Arial"/>
                <a:ea typeface="Arial"/>
                <a:cs typeface="Arial"/>
              </a:defRPr>
            </a:lvl7pPr>
            <a:lvl8pPr algn="l">
              <a:defRPr sz="2175" b="1">
                <a:solidFill>
                  <a:srgbClr val="F6F3EE"/>
                </a:solidFill>
                <a:latin typeface="Arial"/>
                <a:ea typeface="Arial"/>
                <a:cs typeface="Arial"/>
              </a:defRPr>
            </a:lvl8pPr>
            <a:lvl9pPr algn="l">
              <a:defRPr sz="2175" b="1">
                <a:solidFill>
                  <a:srgbClr val="F6F3EE"/>
                </a:solidFill>
                <a:latin typeface="Arial"/>
                <a:ea typeface="Arial"/>
                <a:cs typeface="Arial"/>
              </a:defRPr>
            </a:lvl9pPr>
          </a:lstStyle>
          <a:p>
            <a:pPr algn="l">
              <a:defRPr sz="2175" b="1">
                <a:solidFill>
                  <a:srgbClr val="F6F3EE"/>
                </a:solidFill>
                <a:latin typeface="Arial"/>
                <a:ea typeface="Arial"/>
                <a:cs typeface="Arial"/>
              </a:defRPr>
            </a:pPr>
            <a:r>
              <a:rPr sz="2175" b="1">
                <a:solidFill>
                  <a:srgbClr val="F6F3EE"/>
                </a:solidFill>
                <a:latin typeface="Arial"/>
                <a:ea typeface="Arial"/>
                <a:cs typeface="Arial"/>
              </a:rPr>
              <a:t>Bélier d’Amon</a:t>
            </a:r>
          </a:p>
        </p:txBody>
      </p:sp>
      <p:pic>
        <p:nvPicPr>
          <p:cNvPr id="10" name="Picture 9">
            <a:extLst>
              <a:ext uri="{FF2B5EF4-FFF2-40B4-BE49-F238E27FC236}">
                <a16:creationId xmlns:a16="http://schemas.microsoft.com/office/drawing/2014/main" id="{73FBC418-ADA9-479B-877D-A97A35ECC33D}"/>
              </a:ext>
            </a:extLst>
          </p:cNvPr>
          <p:cNvPicPr>
            <a:picLocks noChangeAspect="1"/>
          </p:cNvPicPr>
          <p:nvPr/>
        </p:nvPicPr>
        <p:blipFill>
          <a:blip r:embed="rId6"/>
          <a:srcRect t="26642" b="26642"/>
          <a:stretch>
            <a:fillRect/>
          </a:stretch>
        </p:blipFill>
        <p:spPr>
          <a:xfrm>
            <a:off x="0" y="5143500"/>
            <a:ext cx="5095875" cy="3429000"/>
          </a:xfrm>
          <a:prstGeom prst="rect">
            <a:avLst/>
          </a:prstGeom>
        </p:spPr>
      </p:pic>
      <p:sp>
        <p:nvSpPr>
          <p:cNvPr id="11" name="Rectangle 10">
            <a:extLst>
              <a:ext uri="{FF2B5EF4-FFF2-40B4-BE49-F238E27FC236}">
                <a16:creationId xmlns:a16="http://schemas.microsoft.com/office/drawing/2014/main" id="{2A914ADF-BE04-4CB4-B86A-DD67C8C8DFBF}"/>
              </a:ext>
            </a:extLst>
          </p:cNvPr>
          <p:cNvSpPr>
            <a:spLocks noGrp="1"/>
          </p:cNvSpPr>
          <p:nvPr/>
        </p:nvSpPr>
        <p:spPr>
          <a:xfrm>
            <a:off x="0" y="7620000"/>
            <a:ext cx="5095875" cy="952500"/>
          </a:xfrm>
          <a:prstGeom prst="rect">
            <a:avLst/>
          </a:prstGeom>
          <a:solidFill>
            <a:srgbClr val="10271F">
              <a:alpha val="85000"/>
            </a:srgbClr>
          </a:solidFill>
          <a:ln w="0">
            <a:noFill/>
          </a:ln>
        </p:spPr>
      </p:sp>
      <p:sp>
        <p:nvSpPr>
          <p:cNvPr id="12" name="Ramsès II">
            <a:extLst>
              <a:ext uri="{FF2B5EF4-FFF2-40B4-BE49-F238E27FC236}">
                <a16:creationId xmlns:a16="http://schemas.microsoft.com/office/drawing/2014/main" id="{C8D505FE-778F-4EA9-AC4E-2288888A9288}"/>
              </a:ext>
            </a:extLst>
          </p:cNvPr>
          <p:cNvSpPr>
            <a:spLocks noGrp="1"/>
          </p:cNvSpPr>
          <p:nvPr/>
        </p:nvSpPr>
        <p:spPr>
          <a:xfrm>
            <a:off x="266700" y="7839075"/>
            <a:ext cx="4619625" cy="666750"/>
          </a:xfrm>
          <a:prstGeom prst="rect">
            <a:avLst/>
          </a:prstGeom>
          <a:noFill/>
          <a:ln w="0">
            <a:noFill/>
          </a:ln>
        </p:spPr>
        <p:txBody>
          <a:bodyPr wrap="square" lIns="0" tIns="0" rIns="0" bIns="0" anchor="t">
            <a:noAutofit/>
          </a:bodyPr>
          <a:lstStyle>
            <a:defPPr algn="l">
              <a:defRPr sz="2175" b="1">
                <a:solidFill>
                  <a:srgbClr val="F6F3EE"/>
                </a:solidFill>
                <a:latin typeface="Arial"/>
                <a:ea typeface="Arial"/>
                <a:cs typeface="Arial"/>
              </a:defRPr>
            </a:defPPr>
            <a:lvl1pPr algn="l">
              <a:defRPr sz="2175" b="1">
                <a:solidFill>
                  <a:srgbClr val="F6F3EE"/>
                </a:solidFill>
                <a:latin typeface="Arial"/>
                <a:ea typeface="Arial"/>
                <a:cs typeface="Arial"/>
              </a:defRPr>
            </a:lvl1pPr>
            <a:lvl2pPr algn="l">
              <a:defRPr sz="2175" b="1">
                <a:solidFill>
                  <a:srgbClr val="F6F3EE"/>
                </a:solidFill>
                <a:latin typeface="Arial"/>
                <a:ea typeface="Arial"/>
                <a:cs typeface="Arial"/>
              </a:defRPr>
            </a:lvl2pPr>
            <a:lvl3pPr algn="l">
              <a:defRPr sz="2175" b="1">
                <a:solidFill>
                  <a:srgbClr val="F6F3EE"/>
                </a:solidFill>
                <a:latin typeface="Arial"/>
                <a:ea typeface="Arial"/>
                <a:cs typeface="Arial"/>
              </a:defRPr>
            </a:lvl3pPr>
            <a:lvl4pPr algn="l">
              <a:defRPr sz="2175" b="1">
                <a:solidFill>
                  <a:srgbClr val="F6F3EE"/>
                </a:solidFill>
                <a:latin typeface="Arial"/>
                <a:ea typeface="Arial"/>
                <a:cs typeface="Arial"/>
              </a:defRPr>
            </a:lvl4pPr>
            <a:lvl5pPr algn="l">
              <a:defRPr sz="2175" b="1">
                <a:solidFill>
                  <a:srgbClr val="F6F3EE"/>
                </a:solidFill>
                <a:latin typeface="Arial"/>
                <a:ea typeface="Arial"/>
                <a:cs typeface="Arial"/>
              </a:defRPr>
            </a:lvl5pPr>
            <a:lvl6pPr algn="l">
              <a:defRPr sz="2175" b="1">
                <a:solidFill>
                  <a:srgbClr val="F6F3EE"/>
                </a:solidFill>
                <a:latin typeface="Arial"/>
                <a:ea typeface="Arial"/>
                <a:cs typeface="Arial"/>
              </a:defRPr>
            </a:lvl6pPr>
            <a:lvl7pPr algn="l">
              <a:defRPr sz="2175" b="1">
                <a:solidFill>
                  <a:srgbClr val="F6F3EE"/>
                </a:solidFill>
                <a:latin typeface="Arial"/>
                <a:ea typeface="Arial"/>
                <a:cs typeface="Arial"/>
              </a:defRPr>
            </a:lvl7pPr>
            <a:lvl8pPr algn="l">
              <a:defRPr sz="2175" b="1">
                <a:solidFill>
                  <a:srgbClr val="F6F3EE"/>
                </a:solidFill>
                <a:latin typeface="Arial"/>
                <a:ea typeface="Arial"/>
                <a:cs typeface="Arial"/>
              </a:defRPr>
            </a:lvl8pPr>
            <a:lvl9pPr algn="l">
              <a:defRPr sz="2175" b="1">
                <a:solidFill>
                  <a:srgbClr val="F6F3EE"/>
                </a:solidFill>
                <a:latin typeface="Arial"/>
                <a:ea typeface="Arial"/>
                <a:cs typeface="Arial"/>
              </a:defRPr>
            </a:lvl9pPr>
          </a:lstStyle>
          <a:p>
            <a:pPr algn="l">
              <a:defRPr sz="2175" b="1">
                <a:solidFill>
                  <a:srgbClr val="F6F3EE"/>
                </a:solidFill>
                <a:latin typeface="Arial"/>
                <a:ea typeface="Arial"/>
                <a:cs typeface="Arial"/>
              </a:defRPr>
            </a:pPr>
            <a:r>
              <a:rPr sz="2175" b="1">
                <a:solidFill>
                  <a:srgbClr val="F6F3EE"/>
                </a:solidFill>
                <a:latin typeface="Arial"/>
                <a:ea typeface="Arial"/>
                <a:cs typeface="Arial"/>
              </a:rPr>
              <a:t>Ramsès II</a:t>
            </a:r>
          </a:p>
        </p:txBody>
      </p:sp>
      <p:pic>
        <p:nvPicPr>
          <p:cNvPr id="13" name="Picture 12">
            <a:extLst>
              <a:ext uri="{FF2B5EF4-FFF2-40B4-BE49-F238E27FC236}">
                <a16:creationId xmlns:a16="http://schemas.microsoft.com/office/drawing/2014/main" id="{AE0E73D9-CD18-404E-AD46-C8FC6A6C32B2}"/>
              </a:ext>
            </a:extLst>
          </p:cNvPr>
          <p:cNvPicPr>
            <a:picLocks noChangeAspect="1"/>
          </p:cNvPicPr>
          <p:nvPr/>
        </p:nvPicPr>
        <p:blipFill>
          <a:blip r:embed="rId7"/>
          <a:srcRect l="2027" r="2027"/>
          <a:stretch>
            <a:fillRect/>
          </a:stretch>
        </p:blipFill>
        <p:spPr>
          <a:xfrm>
            <a:off x="5095875" y="5143500"/>
            <a:ext cx="5048250" cy="3429000"/>
          </a:xfrm>
          <a:prstGeom prst="rect">
            <a:avLst/>
          </a:prstGeom>
        </p:spPr>
      </p:pic>
      <p:sp>
        <p:nvSpPr>
          <p:cNvPr id="14" name="Rectangle 13">
            <a:extLst>
              <a:ext uri="{FF2B5EF4-FFF2-40B4-BE49-F238E27FC236}">
                <a16:creationId xmlns:a16="http://schemas.microsoft.com/office/drawing/2014/main" id="{3C676BFA-6130-4CA9-A877-2F7360DCF602}"/>
              </a:ext>
            </a:extLst>
          </p:cNvPr>
          <p:cNvSpPr>
            <a:spLocks noGrp="1"/>
          </p:cNvSpPr>
          <p:nvPr/>
        </p:nvSpPr>
        <p:spPr>
          <a:xfrm>
            <a:off x="5095875" y="7620000"/>
            <a:ext cx="5048250" cy="952500"/>
          </a:xfrm>
          <a:prstGeom prst="rect">
            <a:avLst/>
          </a:prstGeom>
          <a:solidFill>
            <a:srgbClr val="10271F">
              <a:alpha val="85000"/>
            </a:srgbClr>
          </a:solidFill>
          <a:ln w="0">
            <a:noFill/>
          </a:ln>
        </p:spPr>
      </p:sp>
      <p:sp>
        <p:nvSpPr>
          <p:cNvPr id="15" name="Lion de Prudhoe — EA1">
            <a:extLst>
              <a:ext uri="{FF2B5EF4-FFF2-40B4-BE49-F238E27FC236}">
                <a16:creationId xmlns:a16="http://schemas.microsoft.com/office/drawing/2014/main" id="{EEF560A4-81A2-4565-889E-1E43750934F6}"/>
              </a:ext>
            </a:extLst>
          </p:cNvPr>
          <p:cNvSpPr>
            <a:spLocks noGrp="1"/>
          </p:cNvSpPr>
          <p:nvPr/>
        </p:nvSpPr>
        <p:spPr>
          <a:xfrm>
            <a:off x="5362575" y="7839075"/>
            <a:ext cx="4572000" cy="666750"/>
          </a:xfrm>
          <a:prstGeom prst="rect">
            <a:avLst/>
          </a:prstGeom>
          <a:noFill/>
          <a:ln w="0">
            <a:noFill/>
          </a:ln>
        </p:spPr>
        <p:txBody>
          <a:bodyPr wrap="square" lIns="0" tIns="0" rIns="0" bIns="0" anchor="t">
            <a:noAutofit/>
          </a:bodyPr>
          <a:lstStyle>
            <a:defPPr algn="l">
              <a:defRPr sz="2175" b="1">
                <a:solidFill>
                  <a:srgbClr val="F6F3EE"/>
                </a:solidFill>
                <a:latin typeface="Arial"/>
                <a:ea typeface="Arial"/>
                <a:cs typeface="Arial"/>
              </a:defRPr>
            </a:defPPr>
            <a:lvl1pPr algn="l">
              <a:defRPr sz="2175" b="1">
                <a:solidFill>
                  <a:srgbClr val="F6F3EE"/>
                </a:solidFill>
                <a:latin typeface="Arial"/>
                <a:ea typeface="Arial"/>
                <a:cs typeface="Arial"/>
              </a:defRPr>
            </a:lvl1pPr>
            <a:lvl2pPr algn="l">
              <a:defRPr sz="2175" b="1">
                <a:solidFill>
                  <a:srgbClr val="F6F3EE"/>
                </a:solidFill>
                <a:latin typeface="Arial"/>
                <a:ea typeface="Arial"/>
                <a:cs typeface="Arial"/>
              </a:defRPr>
            </a:lvl2pPr>
            <a:lvl3pPr algn="l">
              <a:defRPr sz="2175" b="1">
                <a:solidFill>
                  <a:srgbClr val="F6F3EE"/>
                </a:solidFill>
                <a:latin typeface="Arial"/>
                <a:ea typeface="Arial"/>
                <a:cs typeface="Arial"/>
              </a:defRPr>
            </a:lvl3pPr>
            <a:lvl4pPr algn="l">
              <a:defRPr sz="2175" b="1">
                <a:solidFill>
                  <a:srgbClr val="F6F3EE"/>
                </a:solidFill>
                <a:latin typeface="Arial"/>
                <a:ea typeface="Arial"/>
                <a:cs typeface="Arial"/>
              </a:defRPr>
            </a:lvl4pPr>
            <a:lvl5pPr algn="l">
              <a:defRPr sz="2175" b="1">
                <a:solidFill>
                  <a:srgbClr val="F6F3EE"/>
                </a:solidFill>
                <a:latin typeface="Arial"/>
                <a:ea typeface="Arial"/>
                <a:cs typeface="Arial"/>
              </a:defRPr>
            </a:lvl5pPr>
            <a:lvl6pPr algn="l">
              <a:defRPr sz="2175" b="1">
                <a:solidFill>
                  <a:srgbClr val="F6F3EE"/>
                </a:solidFill>
                <a:latin typeface="Arial"/>
                <a:ea typeface="Arial"/>
                <a:cs typeface="Arial"/>
              </a:defRPr>
            </a:lvl6pPr>
            <a:lvl7pPr algn="l">
              <a:defRPr sz="2175" b="1">
                <a:solidFill>
                  <a:srgbClr val="F6F3EE"/>
                </a:solidFill>
                <a:latin typeface="Arial"/>
                <a:ea typeface="Arial"/>
                <a:cs typeface="Arial"/>
              </a:defRPr>
            </a:lvl7pPr>
            <a:lvl8pPr algn="l">
              <a:defRPr sz="2175" b="1">
                <a:solidFill>
                  <a:srgbClr val="F6F3EE"/>
                </a:solidFill>
                <a:latin typeface="Arial"/>
                <a:ea typeface="Arial"/>
                <a:cs typeface="Arial"/>
              </a:defRPr>
            </a:lvl8pPr>
            <a:lvl9pPr algn="l">
              <a:defRPr sz="2175" b="1">
                <a:solidFill>
                  <a:srgbClr val="F6F3EE"/>
                </a:solidFill>
                <a:latin typeface="Arial"/>
                <a:ea typeface="Arial"/>
                <a:cs typeface="Arial"/>
              </a:defRPr>
            </a:lvl9pPr>
          </a:lstStyle>
          <a:p>
            <a:pPr algn="l">
              <a:defRPr sz="2175" b="1">
                <a:solidFill>
                  <a:srgbClr val="F6F3EE"/>
                </a:solidFill>
                <a:latin typeface="Arial"/>
                <a:ea typeface="Arial"/>
                <a:cs typeface="Arial"/>
              </a:defRPr>
            </a:pPr>
            <a:r>
              <a:rPr sz="2175" b="1">
                <a:solidFill>
                  <a:srgbClr val="F6F3EE"/>
                </a:solidFill>
                <a:latin typeface="Arial"/>
                <a:ea typeface="Arial"/>
                <a:cs typeface="Arial"/>
              </a:rPr>
              <a:t>Lion de Prudhoe — EA1</a:t>
            </a:r>
          </a:p>
        </p:txBody>
      </p:sp>
      <p:pic>
        <p:nvPicPr>
          <p:cNvPr id="16" name="Picture 15">
            <a:extLst>
              <a:ext uri="{FF2B5EF4-FFF2-40B4-BE49-F238E27FC236}">
                <a16:creationId xmlns:a16="http://schemas.microsoft.com/office/drawing/2014/main" id="{301825A3-648B-49B9-8A1C-BB0BFE275487}"/>
              </a:ext>
            </a:extLst>
          </p:cNvPr>
          <p:cNvPicPr>
            <a:picLocks noChangeAspect="1"/>
          </p:cNvPicPr>
          <p:nvPr/>
        </p:nvPicPr>
        <p:blipFill>
          <a:blip r:embed="rId8"/>
          <a:srcRect t="16355" b="16355"/>
          <a:stretch>
            <a:fillRect/>
          </a:stretch>
        </p:blipFill>
        <p:spPr>
          <a:xfrm>
            <a:off x="10144125" y="5143500"/>
            <a:ext cx="5095875" cy="3429000"/>
          </a:xfrm>
          <a:prstGeom prst="rect">
            <a:avLst/>
          </a:prstGeom>
        </p:spPr>
      </p:pic>
      <p:sp>
        <p:nvSpPr>
          <p:cNvPr id="17" name="Rectangle 16">
            <a:extLst>
              <a:ext uri="{FF2B5EF4-FFF2-40B4-BE49-F238E27FC236}">
                <a16:creationId xmlns:a16="http://schemas.microsoft.com/office/drawing/2014/main" id="{0C6BDFD1-5F97-48FD-AE8A-A982B9F45DEE}"/>
              </a:ext>
            </a:extLst>
          </p:cNvPr>
          <p:cNvSpPr>
            <a:spLocks noGrp="1"/>
          </p:cNvSpPr>
          <p:nvPr/>
        </p:nvSpPr>
        <p:spPr>
          <a:xfrm>
            <a:off x="10144125" y="7620000"/>
            <a:ext cx="5095875" cy="952500"/>
          </a:xfrm>
          <a:prstGeom prst="rect">
            <a:avLst/>
          </a:prstGeom>
          <a:solidFill>
            <a:srgbClr val="10271F">
              <a:alpha val="85000"/>
            </a:srgbClr>
          </a:solidFill>
          <a:ln w="0">
            <a:noFill/>
          </a:ln>
        </p:spPr>
      </p:sp>
      <p:sp>
        <p:nvSpPr>
          <p:cNvPr id="18" name="Sarcophage de Hapmen">
            <a:extLst>
              <a:ext uri="{FF2B5EF4-FFF2-40B4-BE49-F238E27FC236}">
                <a16:creationId xmlns:a16="http://schemas.microsoft.com/office/drawing/2014/main" id="{826EDC07-E618-4898-A315-924092C63534}"/>
              </a:ext>
            </a:extLst>
          </p:cNvPr>
          <p:cNvSpPr>
            <a:spLocks noGrp="1"/>
          </p:cNvSpPr>
          <p:nvPr/>
        </p:nvSpPr>
        <p:spPr>
          <a:xfrm>
            <a:off x="10410825" y="7839075"/>
            <a:ext cx="4619625" cy="666750"/>
          </a:xfrm>
          <a:prstGeom prst="rect">
            <a:avLst/>
          </a:prstGeom>
          <a:noFill/>
          <a:ln w="0">
            <a:noFill/>
          </a:ln>
        </p:spPr>
        <p:txBody>
          <a:bodyPr wrap="square" lIns="0" tIns="0" rIns="0" bIns="0" anchor="t">
            <a:noAutofit/>
          </a:bodyPr>
          <a:lstStyle>
            <a:defPPr algn="l">
              <a:defRPr sz="2175" b="1">
                <a:solidFill>
                  <a:srgbClr val="F6F3EE"/>
                </a:solidFill>
                <a:latin typeface="Arial"/>
                <a:ea typeface="Arial"/>
                <a:cs typeface="Arial"/>
              </a:defRPr>
            </a:defPPr>
            <a:lvl1pPr algn="l">
              <a:defRPr sz="2175" b="1">
                <a:solidFill>
                  <a:srgbClr val="F6F3EE"/>
                </a:solidFill>
                <a:latin typeface="Arial"/>
                <a:ea typeface="Arial"/>
                <a:cs typeface="Arial"/>
              </a:defRPr>
            </a:lvl1pPr>
            <a:lvl2pPr algn="l">
              <a:defRPr sz="2175" b="1">
                <a:solidFill>
                  <a:srgbClr val="F6F3EE"/>
                </a:solidFill>
                <a:latin typeface="Arial"/>
                <a:ea typeface="Arial"/>
                <a:cs typeface="Arial"/>
              </a:defRPr>
            </a:lvl2pPr>
            <a:lvl3pPr algn="l">
              <a:defRPr sz="2175" b="1">
                <a:solidFill>
                  <a:srgbClr val="F6F3EE"/>
                </a:solidFill>
                <a:latin typeface="Arial"/>
                <a:ea typeface="Arial"/>
                <a:cs typeface="Arial"/>
              </a:defRPr>
            </a:lvl3pPr>
            <a:lvl4pPr algn="l">
              <a:defRPr sz="2175" b="1">
                <a:solidFill>
                  <a:srgbClr val="F6F3EE"/>
                </a:solidFill>
                <a:latin typeface="Arial"/>
                <a:ea typeface="Arial"/>
                <a:cs typeface="Arial"/>
              </a:defRPr>
            </a:lvl4pPr>
            <a:lvl5pPr algn="l">
              <a:defRPr sz="2175" b="1">
                <a:solidFill>
                  <a:srgbClr val="F6F3EE"/>
                </a:solidFill>
                <a:latin typeface="Arial"/>
                <a:ea typeface="Arial"/>
                <a:cs typeface="Arial"/>
              </a:defRPr>
            </a:lvl5pPr>
            <a:lvl6pPr algn="l">
              <a:defRPr sz="2175" b="1">
                <a:solidFill>
                  <a:srgbClr val="F6F3EE"/>
                </a:solidFill>
                <a:latin typeface="Arial"/>
                <a:ea typeface="Arial"/>
                <a:cs typeface="Arial"/>
              </a:defRPr>
            </a:lvl6pPr>
            <a:lvl7pPr algn="l">
              <a:defRPr sz="2175" b="1">
                <a:solidFill>
                  <a:srgbClr val="F6F3EE"/>
                </a:solidFill>
                <a:latin typeface="Arial"/>
                <a:ea typeface="Arial"/>
                <a:cs typeface="Arial"/>
              </a:defRPr>
            </a:lvl7pPr>
            <a:lvl8pPr algn="l">
              <a:defRPr sz="2175" b="1">
                <a:solidFill>
                  <a:srgbClr val="F6F3EE"/>
                </a:solidFill>
                <a:latin typeface="Arial"/>
                <a:ea typeface="Arial"/>
                <a:cs typeface="Arial"/>
              </a:defRPr>
            </a:lvl8pPr>
            <a:lvl9pPr algn="l">
              <a:defRPr sz="2175" b="1">
                <a:solidFill>
                  <a:srgbClr val="F6F3EE"/>
                </a:solidFill>
                <a:latin typeface="Arial"/>
                <a:ea typeface="Arial"/>
                <a:cs typeface="Arial"/>
              </a:defRPr>
            </a:lvl9pPr>
          </a:lstStyle>
          <a:p>
            <a:pPr algn="l">
              <a:defRPr sz="2175" b="1">
                <a:solidFill>
                  <a:srgbClr val="F6F3EE"/>
                </a:solidFill>
                <a:latin typeface="Arial"/>
                <a:ea typeface="Arial"/>
                <a:cs typeface="Arial"/>
              </a:defRPr>
            </a:pPr>
            <a:r>
              <a:rPr sz="2175" b="1">
                <a:solidFill>
                  <a:srgbClr val="F6F3EE"/>
                </a:solidFill>
                <a:latin typeface="Arial"/>
                <a:ea typeface="Arial"/>
                <a:cs typeface="Arial"/>
              </a:rPr>
              <a:t>Sarcophage de Hapmen</a:t>
            </a:r>
          </a:p>
        </p:txBody>
      </p:sp>
      <p:sp>
        <p:nvSpPr>
          <p:cNvPr id="19" name="Six œuvres, une même expérience de visite">
            <a:extLst>
              <a:ext uri="{FF2B5EF4-FFF2-40B4-BE49-F238E27FC236}">
                <a16:creationId xmlns:a16="http://schemas.microsoft.com/office/drawing/2014/main" id="{D385833C-E6B0-4935-BDC1-84F290A9BB02}"/>
              </a:ext>
            </a:extLst>
          </p:cNvPr>
          <p:cNvSpPr>
            <a:spLocks noGrp="1"/>
          </p:cNvSpPr>
          <p:nvPr/>
        </p:nvSpPr>
        <p:spPr>
          <a:xfrm>
            <a:off x="762000" y="4333875"/>
            <a:ext cx="13716000" cy="704850"/>
          </a:xfrm>
          <a:prstGeom prst="rect">
            <a:avLst/>
          </a:prstGeom>
          <a:noFill/>
          <a:ln w="0">
            <a:noFill/>
          </a:ln>
        </p:spPr>
        <p:txBody>
          <a:bodyPr wrap="square" lIns="0" tIns="0" rIns="0" bIns="0" anchor="t">
            <a:noAutofit/>
          </a:bodyPr>
          <a:lstStyle>
            <a:defPPr algn="ctr">
              <a:defRPr sz="3675" b="0">
                <a:solidFill>
                  <a:srgbClr val="F6F3EE"/>
                </a:solidFill>
                <a:latin typeface="Georgia"/>
                <a:ea typeface="Georgia"/>
                <a:cs typeface="Georgia"/>
              </a:defRPr>
            </a:defPPr>
            <a:lvl1pPr algn="ctr">
              <a:defRPr sz="3675" b="0">
                <a:solidFill>
                  <a:srgbClr val="F6F3EE"/>
                </a:solidFill>
                <a:latin typeface="Georgia"/>
                <a:ea typeface="Georgia"/>
                <a:cs typeface="Georgia"/>
              </a:defRPr>
            </a:lvl1pPr>
            <a:lvl2pPr algn="ctr">
              <a:defRPr sz="3675" b="0">
                <a:solidFill>
                  <a:srgbClr val="F6F3EE"/>
                </a:solidFill>
                <a:latin typeface="Georgia"/>
                <a:ea typeface="Georgia"/>
                <a:cs typeface="Georgia"/>
              </a:defRPr>
            </a:lvl2pPr>
            <a:lvl3pPr algn="ctr">
              <a:defRPr sz="3675" b="0">
                <a:solidFill>
                  <a:srgbClr val="F6F3EE"/>
                </a:solidFill>
                <a:latin typeface="Georgia"/>
                <a:ea typeface="Georgia"/>
                <a:cs typeface="Georgia"/>
              </a:defRPr>
            </a:lvl3pPr>
            <a:lvl4pPr algn="ctr">
              <a:defRPr sz="3675" b="0">
                <a:solidFill>
                  <a:srgbClr val="F6F3EE"/>
                </a:solidFill>
                <a:latin typeface="Georgia"/>
                <a:ea typeface="Georgia"/>
                <a:cs typeface="Georgia"/>
              </a:defRPr>
            </a:lvl4pPr>
            <a:lvl5pPr algn="ctr">
              <a:defRPr sz="3675" b="0">
                <a:solidFill>
                  <a:srgbClr val="F6F3EE"/>
                </a:solidFill>
                <a:latin typeface="Georgia"/>
                <a:ea typeface="Georgia"/>
                <a:cs typeface="Georgia"/>
              </a:defRPr>
            </a:lvl5pPr>
            <a:lvl6pPr algn="ctr">
              <a:defRPr sz="3675" b="0">
                <a:solidFill>
                  <a:srgbClr val="F6F3EE"/>
                </a:solidFill>
                <a:latin typeface="Georgia"/>
                <a:ea typeface="Georgia"/>
                <a:cs typeface="Georgia"/>
              </a:defRPr>
            </a:lvl6pPr>
            <a:lvl7pPr algn="ctr">
              <a:defRPr sz="3675" b="0">
                <a:solidFill>
                  <a:srgbClr val="F6F3EE"/>
                </a:solidFill>
                <a:latin typeface="Georgia"/>
                <a:ea typeface="Georgia"/>
                <a:cs typeface="Georgia"/>
              </a:defRPr>
            </a:lvl7pPr>
            <a:lvl8pPr algn="ctr">
              <a:defRPr sz="3675" b="0">
                <a:solidFill>
                  <a:srgbClr val="F6F3EE"/>
                </a:solidFill>
                <a:latin typeface="Georgia"/>
                <a:ea typeface="Georgia"/>
                <a:cs typeface="Georgia"/>
              </a:defRPr>
            </a:lvl8pPr>
            <a:lvl9pPr algn="ctr">
              <a:defRPr sz="3675" b="0">
                <a:solidFill>
                  <a:srgbClr val="F6F3EE"/>
                </a:solidFill>
                <a:latin typeface="Georgia"/>
                <a:ea typeface="Georgia"/>
                <a:cs typeface="Georgia"/>
              </a:defRPr>
            </a:lvl9pPr>
          </a:lstStyle>
          <a:p>
            <a:pPr algn="ctr">
              <a:defRPr sz="3675" b="0">
                <a:solidFill>
                  <a:srgbClr val="F6F3EE"/>
                </a:solidFill>
                <a:latin typeface="Georgia"/>
                <a:ea typeface="Georgia"/>
                <a:cs typeface="Georgia"/>
              </a:defRPr>
            </a:pPr>
            <a:r>
              <a:rPr sz="3675" b="0">
                <a:solidFill>
                  <a:srgbClr val="F6F3EE"/>
                </a:solidFill>
                <a:latin typeface="Georgia"/>
                <a:ea typeface="Georgia"/>
                <a:cs typeface="Georgia"/>
              </a:rPr>
              <a:t>Six œuvres, une même expérience de visite</a:t>
            </a:r>
          </a:p>
        </p:txBody>
      </p:sp>
    </p:spTree>
    <p:extLst>
      <p:ext uri="{BB962C8B-B14F-4D97-AF65-F5344CB8AC3E}">
        <p14:creationId xmlns:p14="http://schemas.microsoft.com/office/powerpoint/2010/main" val="22311531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0"/>
                      </p:stCondLst>
                      <p:childTnLst>
                        <p:par>
                          <p:cTn id="4" presetID="10" presetClass="entr" presetSubtype="0" fill="hold" nodeType="afterEffect">
                            <p:stCondLst>
                              <p:cond delay="150"/>
                            </p:stCondLst>
                            <p:childTnLst>
                              <p:set>
                                <p:cBhvr>
                                  <p:cTn id="5" dur="1" fill="hold">
                                    <p:stCondLst>
                                      <p:cond delay="0"/>
                                    </p:stCondLst>
                                  </p:cTn>
                                  <p:tgtEl>
                                    <p:spTgt spid="20"/>
                                  </p:tgtEl>
                                  <p:attrNameLst>
                                    <p:attrName>style.visibility</p:attrName>
                                  </p:attrNameLst>
                                </p:cBhvr>
                                <p:to>
                                  <p:strVal val="visible"/>
                                </p:to>
                              </p:set>
                              <p:animEffect transition="in" filter="fade">
                                <p:cBhvr>
                                  <p:cTn id="6" dur="350" fill="hold"/>
                                  <p:tgtEl>
                                    <p:spTgt spid="20"/>
                                  </p:tgtEl>
                                </p:cBhvr>
                              </p:animEffect>
                            </p:childTnLst>
                          </p:cTn>
                        </p:par>
                        <p:par>
                          <p:cTn id="7" presetID="10" presetClass="entr" presetSubtype="0" fill="hold" nodeType="afterEffect">
                            <p:stCondLst>
                              <p:cond delay="450"/>
                            </p:stCondLst>
                            <p:childTnLst>
                              <p:set>
                                <p:cBhvr>
                                  <p:cTn id="8" dur="1" fill="hold">
                                    <p:stCondLst>
                                      <p:cond delay="0"/>
                                    </p:stCondLst>
                                  </p:cTn>
                                  <p:tgtEl>
                                    <p:spTgt spid="4"/>
                                  </p:tgtEl>
                                  <p:attrNameLst>
                                    <p:attrName>style.visibility</p:attrName>
                                  </p:attrNameLst>
                                </p:cBhvr>
                                <p:to>
                                  <p:strVal val="visible"/>
                                </p:to>
                              </p:set>
                              <p:animEffect transition="in" filter="fade">
                                <p:cBhvr>
                                  <p:cTn id="9" dur="350" fill="hold"/>
                                  <p:tgtEl>
                                    <p:spTgt spid="4"/>
                                  </p:tgtEl>
                                </p:cBhvr>
                              </p:animEffect>
                            </p:childTnLst>
                          </p:cTn>
                        </p:par>
                        <p:par>
                          <p:cTn id="10" presetID="10" presetClass="entr" presetSubtype="0" fill="hold" nodeType="afterEffect">
                            <p:stCondLst>
                              <p:cond delay="75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350" fill="hold"/>
                                  <p:tgtEl>
                                    <p:spTgt spid="7"/>
                                  </p:tgtEl>
                                </p:cBhvr>
                              </p:animEffect>
                            </p:childTnLst>
                          </p:cTn>
                        </p:par>
                        <p:par>
                          <p:cTn id="13" presetID="10" presetClass="entr" presetSubtype="0" fill="hold" nodeType="afterEffect">
                            <p:stCondLst>
                              <p:cond delay="1050"/>
                            </p:stCondLst>
                            <p:childTnLst>
                              <p:set>
                                <p:cBhvr>
                                  <p:cTn id="14" dur="1" fill="hold">
                                    <p:stCondLst>
                                      <p:cond delay="0"/>
                                    </p:stCondLst>
                                  </p:cTn>
                                  <p:tgtEl>
                                    <p:spTgt spid="10"/>
                                  </p:tgtEl>
                                  <p:attrNameLst>
                                    <p:attrName>style.visibility</p:attrName>
                                  </p:attrNameLst>
                                </p:cBhvr>
                                <p:to>
                                  <p:strVal val="visible"/>
                                </p:to>
                              </p:set>
                              <p:animEffect transition="in" filter="fade">
                                <p:cBhvr>
                                  <p:cTn id="15" dur="350" fill="hold"/>
                                  <p:tgtEl>
                                    <p:spTgt spid="10"/>
                                  </p:tgtEl>
                                </p:cBhvr>
                              </p:animEffect>
                            </p:childTnLst>
                          </p:cTn>
                        </p:par>
                        <p:par>
                          <p:cTn id="16" presetID="10" presetClass="entr" presetSubtype="0" fill="hold" nodeType="afterEffect">
                            <p:stCondLst>
                              <p:cond delay="135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350" fill="hold"/>
                                  <p:tgtEl>
                                    <p:spTgt spid="13"/>
                                  </p:tgtEl>
                                </p:cBhvr>
                              </p:animEffect>
                            </p:childTnLst>
                          </p:cTn>
                        </p:par>
                        <p:par>
                          <p:cTn id="19" presetID="10" presetClass="entr" presetSubtype="0" fill="hold" nodeType="afterEffect">
                            <p:stCondLst>
                              <p:cond delay="1650"/>
                            </p:stCondLst>
                            <p:childTnLst>
                              <p:set>
                                <p:cBhvr>
                                  <p:cTn id="20" dur="1" fill="hold">
                                    <p:stCondLst>
                                      <p:cond delay="0"/>
                                    </p:stCondLst>
                                  </p:cTn>
                                  <p:tgtEl>
                                    <p:spTgt spid="16"/>
                                  </p:tgtEl>
                                  <p:attrNameLst>
                                    <p:attrName>style.visibility</p:attrName>
                                  </p:attrNameLst>
                                </p:cBhvr>
                                <p:to>
                                  <p:strVal val="visible"/>
                                </p:to>
                              </p:set>
                              <p:animEffect transition="in" filter="fade">
                                <p:cBhvr>
                                  <p:cTn id="21" dur="350" fill="hold"/>
                                  <p:tgtEl>
                                    <p:spTgt spid="16"/>
                                  </p:tgtEl>
                                </p:cBhvr>
                              </p:animEffect>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6F3EE"/>
        </a:solidFill>
        <a:effectLst/>
      </p:bgPr>
    </p:bg>
    <p:spTree>
      <p:nvGrpSpPr>
        <p:cNvPr id="1" name=""/>
        <p:cNvGrpSpPr/>
        <p:nvPr/>
      </p:nvGrpSpPr>
      <p:grpSpPr>
        <a:xfrm>
          <a:off x="0" y="0"/>
          <a:ext cx="0" cy="0"/>
          <a:chOff x="0" y="0"/>
          <a:chExt cx="0" cy="0"/>
        </a:xfrm>
      </p:grpSpPr>
      <p:sp>
        <p:nvSpPr>
          <p:cNvPr id="9" name="De l’image reconnue au contenu de l’œuvre">
            <a:extLst>
              <a:ext uri="{FF2B5EF4-FFF2-40B4-BE49-F238E27FC236}">
                <a16:creationId xmlns:a16="http://schemas.microsoft.com/office/drawing/2014/main" id="{0BBDAFC2-8177-44E6-9364-805B0CA56D35}"/>
              </a:ext>
            </a:extLst>
          </p:cNvPr>
          <p:cNvSpPr>
            <a:spLocks noGrp="1"/>
          </p:cNvSpPr>
          <p:nvPr/>
        </p:nvSpPr>
        <p:spPr>
          <a:xfrm>
            <a:off x="762000" y="523875"/>
            <a:ext cx="13811250" cy="1000125"/>
          </a:xfrm>
          <a:prstGeom prst="rect">
            <a:avLst/>
          </a:prstGeom>
          <a:noFill/>
          <a:ln w="0">
            <a:noFill/>
          </a:ln>
        </p:spPr>
        <p:txBody>
          <a:bodyPr wrap="square" lIns="0" tIns="0" rIns="0" bIns="0" anchor="t">
            <a:noAutofit/>
          </a:bodyPr>
          <a:lstStyle>
            <a:defPPr algn="l">
              <a:defRPr sz="4050" b="0">
                <a:solidFill>
                  <a:srgbClr val="203A32"/>
                </a:solidFill>
                <a:latin typeface="Georgia"/>
                <a:ea typeface="Georgia"/>
                <a:cs typeface="Georgia"/>
              </a:defRPr>
            </a:defPPr>
            <a:lvl1pPr algn="l">
              <a:defRPr sz="4050" b="0">
                <a:solidFill>
                  <a:srgbClr val="203A32"/>
                </a:solidFill>
                <a:latin typeface="Georgia"/>
                <a:ea typeface="Georgia"/>
                <a:cs typeface="Georgia"/>
              </a:defRPr>
            </a:lvl1pPr>
            <a:lvl2pPr algn="l">
              <a:defRPr sz="4050" b="0">
                <a:solidFill>
                  <a:srgbClr val="203A32"/>
                </a:solidFill>
                <a:latin typeface="Georgia"/>
                <a:ea typeface="Georgia"/>
                <a:cs typeface="Georgia"/>
              </a:defRPr>
            </a:lvl2pPr>
            <a:lvl3pPr algn="l">
              <a:defRPr sz="4050" b="0">
                <a:solidFill>
                  <a:srgbClr val="203A32"/>
                </a:solidFill>
                <a:latin typeface="Georgia"/>
                <a:ea typeface="Georgia"/>
                <a:cs typeface="Georgia"/>
              </a:defRPr>
            </a:lvl3pPr>
            <a:lvl4pPr algn="l">
              <a:defRPr sz="4050" b="0">
                <a:solidFill>
                  <a:srgbClr val="203A32"/>
                </a:solidFill>
                <a:latin typeface="Georgia"/>
                <a:ea typeface="Georgia"/>
                <a:cs typeface="Georgia"/>
              </a:defRPr>
            </a:lvl4pPr>
            <a:lvl5pPr algn="l">
              <a:defRPr sz="4050" b="0">
                <a:solidFill>
                  <a:srgbClr val="203A32"/>
                </a:solidFill>
                <a:latin typeface="Georgia"/>
                <a:ea typeface="Georgia"/>
                <a:cs typeface="Georgia"/>
              </a:defRPr>
            </a:lvl5pPr>
            <a:lvl6pPr algn="l">
              <a:defRPr sz="4050" b="0">
                <a:solidFill>
                  <a:srgbClr val="203A32"/>
                </a:solidFill>
                <a:latin typeface="Georgia"/>
                <a:ea typeface="Georgia"/>
                <a:cs typeface="Georgia"/>
              </a:defRPr>
            </a:lvl6pPr>
            <a:lvl7pPr algn="l">
              <a:defRPr sz="4050" b="0">
                <a:solidFill>
                  <a:srgbClr val="203A32"/>
                </a:solidFill>
                <a:latin typeface="Georgia"/>
                <a:ea typeface="Georgia"/>
                <a:cs typeface="Georgia"/>
              </a:defRPr>
            </a:lvl7pPr>
            <a:lvl8pPr algn="l">
              <a:defRPr sz="4050" b="0">
                <a:solidFill>
                  <a:srgbClr val="203A32"/>
                </a:solidFill>
                <a:latin typeface="Georgia"/>
                <a:ea typeface="Georgia"/>
                <a:cs typeface="Georgia"/>
              </a:defRPr>
            </a:lvl8pPr>
            <a:lvl9pPr algn="l">
              <a:defRPr sz="4050" b="0">
                <a:solidFill>
                  <a:srgbClr val="203A32"/>
                </a:solidFill>
                <a:latin typeface="Georgia"/>
                <a:ea typeface="Georgia"/>
                <a:cs typeface="Georgia"/>
              </a:defRPr>
            </a:lvl9pPr>
          </a:lstStyle>
          <a:p>
            <a:pPr algn="l">
              <a:defRPr sz="4050" b="0">
                <a:solidFill>
                  <a:srgbClr val="203A32"/>
                </a:solidFill>
                <a:latin typeface="Georgia"/>
                <a:ea typeface="Georgia"/>
                <a:cs typeface="Georgia"/>
              </a:defRPr>
            </a:pPr>
            <a:r>
              <a:rPr sz="4050" b="0">
                <a:solidFill>
                  <a:srgbClr val="203A32"/>
                </a:solidFill>
                <a:latin typeface="Georgia"/>
                <a:ea typeface="Georgia"/>
                <a:cs typeface="Georgia"/>
              </a:rPr>
              <a:t>De l’image reconnue au contenu de l’œuvre</a:t>
            </a:r>
          </a:p>
        </p:txBody>
      </p:sp>
      <p:pic>
        <p:nvPicPr>
          <p:cNvPr id="2" name="Picture 1">
            <a:extLst>
              <a:ext uri="{FF2B5EF4-FFF2-40B4-BE49-F238E27FC236}">
                <a16:creationId xmlns:a16="http://schemas.microsoft.com/office/drawing/2014/main" id="{64394783-9E5A-4322-B528-5CFAC7827E40}"/>
              </a:ext>
            </a:extLst>
          </p:cNvPr>
          <p:cNvPicPr>
            <a:picLocks noChangeAspect="1"/>
          </p:cNvPicPr>
          <p:nvPr/>
        </p:nvPicPr>
        <p:blipFill>
          <a:blip r:embed="rId3"/>
          <a:srcRect l="15065" r="15065"/>
          <a:stretch>
            <a:fillRect/>
          </a:stretch>
        </p:blipFill>
        <p:spPr>
          <a:xfrm>
            <a:off x="0" y="2238375"/>
            <a:ext cx="5381625" cy="6334125"/>
          </a:xfrm>
          <a:prstGeom prst="rect">
            <a:avLst/>
          </a:prstGeom>
        </p:spPr>
      </p:pic>
      <p:sp>
        <p:nvSpPr>
          <p:cNvPr id="3" name="ARKit repère la cible">
            <a:extLst>
              <a:ext uri="{FF2B5EF4-FFF2-40B4-BE49-F238E27FC236}">
                <a16:creationId xmlns:a16="http://schemas.microsoft.com/office/drawing/2014/main" id="{1470CC46-D631-400F-B64B-AA987B15A644}"/>
              </a:ext>
            </a:extLst>
          </p:cNvPr>
          <p:cNvSpPr>
            <a:spLocks noGrp="1"/>
          </p:cNvSpPr>
          <p:nvPr/>
        </p:nvSpPr>
        <p:spPr>
          <a:xfrm>
            <a:off x="6334125" y="2238375"/>
            <a:ext cx="8001000" cy="666750"/>
          </a:xfrm>
          <a:prstGeom prst="rect">
            <a:avLst/>
          </a:prstGeom>
          <a:noFill/>
          <a:ln w="0">
            <a:noFill/>
          </a:ln>
        </p:spPr>
        <p:txBody>
          <a:bodyPr wrap="square" lIns="0" tIns="0" rIns="0" bIns="0" anchor="t">
            <a:noAutofit/>
          </a:bodyPr>
          <a:lstStyle>
            <a:defPPr algn="l">
              <a:defRPr sz="3150" b="1">
                <a:solidFill>
                  <a:srgbClr val="203A32"/>
                </a:solidFill>
                <a:latin typeface="Arial"/>
                <a:ea typeface="Arial"/>
                <a:cs typeface="Arial"/>
              </a:defRPr>
            </a:defPPr>
            <a:lvl1pPr algn="l">
              <a:defRPr sz="3150" b="1">
                <a:solidFill>
                  <a:srgbClr val="203A32"/>
                </a:solidFill>
                <a:latin typeface="Arial"/>
                <a:ea typeface="Arial"/>
                <a:cs typeface="Arial"/>
              </a:defRPr>
            </a:lvl1pPr>
            <a:lvl2pPr algn="l">
              <a:defRPr sz="3150" b="1">
                <a:solidFill>
                  <a:srgbClr val="203A32"/>
                </a:solidFill>
                <a:latin typeface="Arial"/>
                <a:ea typeface="Arial"/>
                <a:cs typeface="Arial"/>
              </a:defRPr>
            </a:lvl2pPr>
            <a:lvl3pPr algn="l">
              <a:defRPr sz="3150" b="1">
                <a:solidFill>
                  <a:srgbClr val="203A32"/>
                </a:solidFill>
                <a:latin typeface="Arial"/>
                <a:ea typeface="Arial"/>
                <a:cs typeface="Arial"/>
              </a:defRPr>
            </a:lvl3pPr>
            <a:lvl4pPr algn="l">
              <a:defRPr sz="3150" b="1">
                <a:solidFill>
                  <a:srgbClr val="203A32"/>
                </a:solidFill>
                <a:latin typeface="Arial"/>
                <a:ea typeface="Arial"/>
                <a:cs typeface="Arial"/>
              </a:defRPr>
            </a:lvl4pPr>
            <a:lvl5pPr algn="l">
              <a:defRPr sz="3150" b="1">
                <a:solidFill>
                  <a:srgbClr val="203A32"/>
                </a:solidFill>
                <a:latin typeface="Arial"/>
                <a:ea typeface="Arial"/>
                <a:cs typeface="Arial"/>
              </a:defRPr>
            </a:lvl5pPr>
            <a:lvl6pPr algn="l">
              <a:defRPr sz="3150" b="1">
                <a:solidFill>
                  <a:srgbClr val="203A32"/>
                </a:solidFill>
                <a:latin typeface="Arial"/>
                <a:ea typeface="Arial"/>
                <a:cs typeface="Arial"/>
              </a:defRPr>
            </a:lvl6pPr>
            <a:lvl7pPr algn="l">
              <a:defRPr sz="3150" b="1">
                <a:solidFill>
                  <a:srgbClr val="203A32"/>
                </a:solidFill>
                <a:latin typeface="Arial"/>
                <a:ea typeface="Arial"/>
                <a:cs typeface="Arial"/>
              </a:defRPr>
            </a:lvl7pPr>
            <a:lvl8pPr algn="l">
              <a:defRPr sz="3150" b="1">
                <a:solidFill>
                  <a:srgbClr val="203A32"/>
                </a:solidFill>
                <a:latin typeface="Arial"/>
                <a:ea typeface="Arial"/>
                <a:cs typeface="Arial"/>
              </a:defRPr>
            </a:lvl8pPr>
            <a:lvl9pPr algn="l">
              <a:defRPr sz="3150" b="1">
                <a:solidFill>
                  <a:srgbClr val="203A32"/>
                </a:solidFill>
                <a:latin typeface="Arial"/>
                <a:ea typeface="Arial"/>
                <a:cs typeface="Arial"/>
              </a:defRPr>
            </a:lvl9pPr>
          </a:lstStyle>
          <a:p>
            <a:pPr algn="l">
              <a:defRPr sz="3150" b="1">
                <a:solidFill>
                  <a:srgbClr val="203A32"/>
                </a:solidFill>
                <a:latin typeface="Arial"/>
                <a:ea typeface="Arial"/>
                <a:cs typeface="Arial"/>
              </a:defRPr>
            </a:pPr>
            <a:r>
              <a:rPr sz="3150" b="1">
                <a:solidFill>
                  <a:srgbClr val="203A32"/>
                </a:solidFill>
                <a:latin typeface="Arial"/>
                <a:ea typeface="Arial"/>
                <a:cs typeface="Arial"/>
              </a:rPr>
              <a:t>ARKit repère la cible</a:t>
            </a:r>
          </a:p>
        </p:txBody>
      </p:sp>
      <p:sp>
        <p:nvSpPr>
          <p:cNvPr id="4" name="↓">
            <a:extLst>
              <a:ext uri="{FF2B5EF4-FFF2-40B4-BE49-F238E27FC236}">
                <a16:creationId xmlns:a16="http://schemas.microsoft.com/office/drawing/2014/main" id="{5DC48D72-62FE-4C16-8FFD-F9A31DE78B71}"/>
              </a:ext>
            </a:extLst>
          </p:cNvPr>
          <p:cNvSpPr>
            <a:spLocks noGrp="1"/>
          </p:cNvSpPr>
          <p:nvPr/>
        </p:nvSpPr>
        <p:spPr>
          <a:xfrm>
            <a:off x="6638925" y="2971800"/>
            <a:ext cx="952500" cy="571500"/>
          </a:xfrm>
          <a:prstGeom prst="rect">
            <a:avLst/>
          </a:prstGeom>
          <a:noFill/>
          <a:ln w="0">
            <a:noFill/>
          </a:ln>
        </p:spPr>
        <p:txBody>
          <a:bodyPr wrap="square" lIns="0" tIns="0" rIns="0" bIns="0" anchor="t">
            <a:noAutofit/>
          </a:bodyPr>
          <a:lstStyle>
            <a:defPPr algn="l">
              <a:defRPr sz="3225" b="0">
                <a:solidFill>
                  <a:srgbClr val="BD9661"/>
                </a:solidFill>
                <a:latin typeface="Arial"/>
                <a:ea typeface="Arial"/>
                <a:cs typeface="Arial"/>
              </a:defRPr>
            </a:defPPr>
            <a:lvl1pPr algn="l">
              <a:defRPr sz="3225" b="0">
                <a:solidFill>
                  <a:srgbClr val="BD9661"/>
                </a:solidFill>
                <a:latin typeface="Arial"/>
                <a:ea typeface="Arial"/>
                <a:cs typeface="Arial"/>
              </a:defRPr>
            </a:lvl1pPr>
            <a:lvl2pPr algn="l">
              <a:defRPr sz="3225" b="0">
                <a:solidFill>
                  <a:srgbClr val="BD9661"/>
                </a:solidFill>
                <a:latin typeface="Arial"/>
                <a:ea typeface="Arial"/>
                <a:cs typeface="Arial"/>
              </a:defRPr>
            </a:lvl2pPr>
            <a:lvl3pPr algn="l">
              <a:defRPr sz="3225" b="0">
                <a:solidFill>
                  <a:srgbClr val="BD9661"/>
                </a:solidFill>
                <a:latin typeface="Arial"/>
                <a:ea typeface="Arial"/>
                <a:cs typeface="Arial"/>
              </a:defRPr>
            </a:lvl3pPr>
            <a:lvl4pPr algn="l">
              <a:defRPr sz="3225" b="0">
                <a:solidFill>
                  <a:srgbClr val="BD9661"/>
                </a:solidFill>
                <a:latin typeface="Arial"/>
                <a:ea typeface="Arial"/>
                <a:cs typeface="Arial"/>
              </a:defRPr>
            </a:lvl4pPr>
            <a:lvl5pPr algn="l">
              <a:defRPr sz="3225" b="0">
                <a:solidFill>
                  <a:srgbClr val="BD9661"/>
                </a:solidFill>
                <a:latin typeface="Arial"/>
                <a:ea typeface="Arial"/>
                <a:cs typeface="Arial"/>
              </a:defRPr>
            </a:lvl5pPr>
            <a:lvl6pPr algn="l">
              <a:defRPr sz="3225" b="0">
                <a:solidFill>
                  <a:srgbClr val="BD9661"/>
                </a:solidFill>
                <a:latin typeface="Arial"/>
                <a:ea typeface="Arial"/>
                <a:cs typeface="Arial"/>
              </a:defRPr>
            </a:lvl6pPr>
            <a:lvl7pPr algn="l">
              <a:defRPr sz="3225" b="0">
                <a:solidFill>
                  <a:srgbClr val="BD9661"/>
                </a:solidFill>
                <a:latin typeface="Arial"/>
                <a:ea typeface="Arial"/>
                <a:cs typeface="Arial"/>
              </a:defRPr>
            </a:lvl7pPr>
            <a:lvl8pPr algn="l">
              <a:defRPr sz="3225" b="0">
                <a:solidFill>
                  <a:srgbClr val="BD9661"/>
                </a:solidFill>
                <a:latin typeface="Arial"/>
                <a:ea typeface="Arial"/>
                <a:cs typeface="Arial"/>
              </a:defRPr>
            </a:lvl8pPr>
            <a:lvl9pPr algn="l">
              <a:defRPr sz="3225" b="0">
                <a:solidFill>
                  <a:srgbClr val="BD9661"/>
                </a:solidFill>
                <a:latin typeface="Arial"/>
                <a:ea typeface="Arial"/>
                <a:cs typeface="Arial"/>
              </a:defRPr>
            </a:lvl9pPr>
          </a:lstStyle>
          <a:p>
            <a:pPr algn="l">
              <a:defRPr sz="3225" b="0">
                <a:solidFill>
                  <a:srgbClr val="BD9661"/>
                </a:solidFill>
                <a:latin typeface="Arial"/>
                <a:ea typeface="Arial"/>
                <a:cs typeface="Arial"/>
              </a:defRPr>
            </a:pPr>
            <a:r>
              <a:rPr sz="3225" b="0">
                <a:solidFill>
                  <a:srgbClr val="BD9661"/>
                </a:solidFill>
                <a:latin typeface="Arial"/>
                <a:ea typeface="Arial"/>
                <a:cs typeface="Arial"/>
              </a:rPr>
              <a:t>↓</a:t>
            </a:r>
          </a:p>
        </p:txBody>
      </p:sp>
      <p:sp>
        <p:nvSpPr>
          <p:cNvPr id="5" name="Unity retrouve l’identifiant de l’œuvre">
            <a:extLst>
              <a:ext uri="{FF2B5EF4-FFF2-40B4-BE49-F238E27FC236}">
                <a16:creationId xmlns:a16="http://schemas.microsoft.com/office/drawing/2014/main" id="{830A9E43-A870-4B9A-A5BA-3D17F56527E5}"/>
              </a:ext>
            </a:extLst>
          </p:cNvPr>
          <p:cNvSpPr>
            <a:spLocks noGrp="1"/>
          </p:cNvSpPr>
          <p:nvPr/>
        </p:nvSpPr>
        <p:spPr>
          <a:xfrm>
            <a:off x="6334125" y="3781425"/>
            <a:ext cx="8001000" cy="857250"/>
          </a:xfrm>
          <a:prstGeom prst="rect">
            <a:avLst/>
          </a:prstGeom>
          <a:noFill/>
          <a:ln w="0">
            <a:noFill/>
          </a:ln>
        </p:spPr>
        <p:txBody>
          <a:bodyPr wrap="square" lIns="0" tIns="0" rIns="0" bIns="0" anchor="t">
            <a:noAutofit/>
          </a:bodyPr>
          <a:lstStyle>
            <a:defPPr algn="l">
              <a:defRPr sz="2850" b="0">
                <a:solidFill>
                  <a:srgbClr val="203A32"/>
                </a:solidFill>
                <a:latin typeface="Arial"/>
                <a:ea typeface="Arial"/>
                <a:cs typeface="Arial"/>
              </a:defRPr>
            </a:defPPr>
            <a:lvl1pPr algn="l">
              <a:defRPr sz="2850" b="0">
                <a:solidFill>
                  <a:srgbClr val="203A32"/>
                </a:solidFill>
                <a:latin typeface="Arial"/>
                <a:ea typeface="Arial"/>
                <a:cs typeface="Arial"/>
              </a:defRPr>
            </a:lvl1pPr>
            <a:lvl2pPr algn="l">
              <a:defRPr sz="2850" b="0">
                <a:solidFill>
                  <a:srgbClr val="203A32"/>
                </a:solidFill>
                <a:latin typeface="Arial"/>
                <a:ea typeface="Arial"/>
                <a:cs typeface="Arial"/>
              </a:defRPr>
            </a:lvl2pPr>
            <a:lvl3pPr algn="l">
              <a:defRPr sz="2850" b="0">
                <a:solidFill>
                  <a:srgbClr val="203A32"/>
                </a:solidFill>
                <a:latin typeface="Arial"/>
                <a:ea typeface="Arial"/>
                <a:cs typeface="Arial"/>
              </a:defRPr>
            </a:lvl3pPr>
            <a:lvl4pPr algn="l">
              <a:defRPr sz="2850" b="0">
                <a:solidFill>
                  <a:srgbClr val="203A32"/>
                </a:solidFill>
                <a:latin typeface="Arial"/>
                <a:ea typeface="Arial"/>
                <a:cs typeface="Arial"/>
              </a:defRPr>
            </a:lvl4pPr>
            <a:lvl5pPr algn="l">
              <a:defRPr sz="2850" b="0">
                <a:solidFill>
                  <a:srgbClr val="203A32"/>
                </a:solidFill>
                <a:latin typeface="Arial"/>
                <a:ea typeface="Arial"/>
                <a:cs typeface="Arial"/>
              </a:defRPr>
            </a:lvl5pPr>
            <a:lvl6pPr algn="l">
              <a:defRPr sz="2850" b="0">
                <a:solidFill>
                  <a:srgbClr val="203A32"/>
                </a:solidFill>
                <a:latin typeface="Arial"/>
                <a:ea typeface="Arial"/>
                <a:cs typeface="Arial"/>
              </a:defRPr>
            </a:lvl6pPr>
            <a:lvl7pPr algn="l">
              <a:defRPr sz="2850" b="0">
                <a:solidFill>
                  <a:srgbClr val="203A32"/>
                </a:solidFill>
                <a:latin typeface="Arial"/>
                <a:ea typeface="Arial"/>
                <a:cs typeface="Arial"/>
              </a:defRPr>
            </a:lvl7pPr>
            <a:lvl8pPr algn="l">
              <a:defRPr sz="2850" b="0">
                <a:solidFill>
                  <a:srgbClr val="203A32"/>
                </a:solidFill>
                <a:latin typeface="Arial"/>
                <a:ea typeface="Arial"/>
                <a:cs typeface="Arial"/>
              </a:defRPr>
            </a:lvl8pPr>
            <a:lvl9pPr algn="l">
              <a:defRPr sz="2850" b="0">
                <a:solidFill>
                  <a:srgbClr val="203A32"/>
                </a:solidFill>
                <a:latin typeface="Arial"/>
                <a:ea typeface="Arial"/>
                <a:cs typeface="Arial"/>
              </a:defRPr>
            </a:lvl9pPr>
          </a:lstStyle>
          <a:p>
            <a:pPr algn="l">
              <a:defRPr sz="2850" b="0">
                <a:solidFill>
                  <a:srgbClr val="203A32"/>
                </a:solidFill>
                <a:latin typeface="Arial"/>
                <a:ea typeface="Arial"/>
                <a:cs typeface="Arial"/>
              </a:defRPr>
            </a:pPr>
            <a:r>
              <a:rPr sz="2850" b="0">
                <a:solidFill>
                  <a:srgbClr val="203A32"/>
                </a:solidFill>
                <a:latin typeface="Arial"/>
                <a:ea typeface="Arial"/>
                <a:cs typeface="Arial"/>
              </a:rPr>
              <a:t>Unity retrouve l’identifiant de l’œuvre</a:t>
            </a:r>
          </a:p>
        </p:txBody>
      </p:sp>
      <p:sp>
        <p:nvSpPr>
          <p:cNvPr id="6" name="↓">
            <a:extLst>
              <a:ext uri="{FF2B5EF4-FFF2-40B4-BE49-F238E27FC236}">
                <a16:creationId xmlns:a16="http://schemas.microsoft.com/office/drawing/2014/main" id="{FE35F238-B338-429E-AAC9-5855FE9C5DBC}"/>
              </a:ext>
            </a:extLst>
          </p:cNvPr>
          <p:cNvSpPr>
            <a:spLocks noGrp="1"/>
          </p:cNvSpPr>
          <p:nvPr/>
        </p:nvSpPr>
        <p:spPr>
          <a:xfrm>
            <a:off x="6638925" y="4629150"/>
            <a:ext cx="952500" cy="571500"/>
          </a:xfrm>
          <a:prstGeom prst="rect">
            <a:avLst/>
          </a:prstGeom>
          <a:noFill/>
          <a:ln w="0">
            <a:noFill/>
          </a:ln>
        </p:spPr>
        <p:txBody>
          <a:bodyPr wrap="square" lIns="0" tIns="0" rIns="0" bIns="0" anchor="t">
            <a:noAutofit/>
          </a:bodyPr>
          <a:lstStyle>
            <a:defPPr algn="l">
              <a:defRPr sz="3225" b="0">
                <a:solidFill>
                  <a:srgbClr val="BD9661"/>
                </a:solidFill>
                <a:latin typeface="Arial"/>
                <a:ea typeface="Arial"/>
                <a:cs typeface="Arial"/>
              </a:defRPr>
            </a:defPPr>
            <a:lvl1pPr algn="l">
              <a:defRPr sz="3225" b="0">
                <a:solidFill>
                  <a:srgbClr val="BD9661"/>
                </a:solidFill>
                <a:latin typeface="Arial"/>
                <a:ea typeface="Arial"/>
                <a:cs typeface="Arial"/>
              </a:defRPr>
            </a:lvl1pPr>
            <a:lvl2pPr algn="l">
              <a:defRPr sz="3225" b="0">
                <a:solidFill>
                  <a:srgbClr val="BD9661"/>
                </a:solidFill>
                <a:latin typeface="Arial"/>
                <a:ea typeface="Arial"/>
                <a:cs typeface="Arial"/>
              </a:defRPr>
            </a:lvl2pPr>
            <a:lvl3pPr algn="l">
              <a:defRPr sz="3225" b="0">
                <a:solidFill>
                  <a:srgbClr val="BD9661"/>
                </a:solidFill>
                <a:latin typeface="Arial"/>
                <a:ea typeface="Arial"/>
                <a:cs typeface="Arial"/>
              </a:defRPr>
            </a:lvl3pPr>
            <a:lvl4pPr algn="l">
              <a:defRPr sz="3225" b="0">
                <a:solidFill>
                  <a:srgbClr val="BD9661"/>
                </a:solidFill>
                <a:latin typeface="Arial"/>
                <a:ea typeface="Arial"/>
                <a:cs typeface="Arial"/>
              </a:defRPr>
            </a:lvl4pPr>
            <a:lvl5pPr algn="l">
              <a:defRPr sz="3225" b="0">
                <a:solidFill>
                  <a:srgbClr val="BD9661"/>
                </a:solidFill>
                <a:latin typeface="Arial"/>
                <a:ea typeface="Arial"/>
                <a:cs typeface="Arial"/>
              </a:defRPr>
            </a:lvl5pPr>
            <a:lvl6pPr algn="l">
              <a:defRPr sz="3225" b="0">
                <a:solidFill>
                  <a:srgbClr val="BD9661"/>
                </a:solidFill>
                <a:latin typeface="Arial"/>
                <a:ea typeface="Arial"/>
                <a:cs typeface="Arial"/>
              </a:defRPr>
            </a:lvl6pPr>
            <a:lvl7pPr algn="l">
              <a:defRPr sz="3225" b="0">
                <a:solidFill>
                  <a:srgbClr val="BD9661"/>
                </a:solidFill>
                <a:latin typeface="Arial"/>
                <a:ea typeface="Arial"/>
                <a:cs typeface="Arial"/>
              </a:defRPr>
            </a:lvl7pPr>
            <a:lvl8pPr algn="l">
              <a:defRPr sz="3225" b="0">
                <a:solidFill>
                  <a:srgbClr val="BD9661"/>
                </a:solidFill>
                <a:latin typeface="Arial"/>
                <a:ea typeface="Arial"/>
                <a:cs typeface="Arial"/>
              </a:defRPr>
            </a:lvl8pPr>
            <a:lvl9pPr algn="l">
              <a:defRPr sz="3225" b="0">
                <a:solidFill>
                  <a:srgbClr val="BD9661"/>
                </a:solidFill>
                <a:latin typeface="Arial"/>
                <a:ea typeface="Arial"/>
                <a:cs typeface="Arial"/>
              </a:defRPr>
            </a:lvl9pPr>
          </a:lstStyle>
          <a:p>
            <a:pPr algn="l">
              <a:defRPr sz="3225" b="0">
                <a:solidFill>
                  <a:srgbClr val="BD9661"/>
                </a:solidFill>
                <a:latin typeface="Arial"/>
                <a:ea typeface="Arial"/>
                <a:cs typeface="Arial"/>
              </a:defRPr>
            </a:pPr>
            <a:r>
              <a:rPr sz="3225" b="0">
                <a:solidFill>
                  <a:srgbClr val="BD9661"/>
                </a:solidFill>
                <a:latin typeface="Arial"/>
                <a:ea typeface="Arial"/>
                <a:cs typeface="Arial"/>
              </a:rPr>
              <a:t>↓</a:t>
            </a:r>
          </a:p>
        </p:txBody>
      </p:sp>
      <p:sp>
        <p:nvSpPr>
          <p:cNvPr id="7" name="Le modèle, les voix et le quiz sont associés">
            <a:extLst>
              <a:ext uri="{FF2B5EF4-FFF2-40B4-BE49-F238E27FC236}">
                <a16:creationId xmlns:a16="http://schemas.microsoft.com/office/drawing/2014/main" id="{F388084A-E14B-4A46-BD3A-F39BE39A588A}"/>
              </a:ext>
            </a:extLst>
          </p:cNvPr>
          <p:cNvSpPr>
            <a:spLocks noGrp="1"/>
          </p:cNvSpPr>
          <p:nvPr/>
        </p:nvSpPr>
        <p:spPr>
          <a:xfrm>
            <a:off x="6334125" y="5362575"/>
            <a:ext cx="8001000" cy="1047750"/>
          </a:xfrm>
          <a:prstGeom prst="rect">
            <a:avLst/>
          </a:prstGeom>
          <a:noFill/>
          <a:ln w="0">
            <a:noFill/>
          </a:ln>
        </p:spPr>
        <p:txBody>
          <a:bodyPr wrap="square" lIns="0" tIns="0" rIns="0" bIns="0" anchor="t">
            <a:noAutofit/>
          </a:bodyPr>
          <a:lstStyle>
            <a:defPPr algn="l">
              <a:defRPr sz="2775" b="0">
                <a:solidFill>
                  <a:srgbClr val="203A32"/>
                </a:solidFill>
                <a:latin typeface="Arial"/>
                <a:ea typeface="Arial"/>
                <a:cs typeface="Arial"/>
              </a:defRPr>
            </a:defPPr>
            <a:lvl1pPr algn="l">
              <a:defRPr sz="2775" b="0">
                <a:solidFill>
                  <a:srgbClr val="203A32"/>
                </a:solidFill>
                <a:latin typeface="Arial"/>
                <a:ea typeface="Arial"/>
                <a:cs typeface="Arial"/>
              </a:defRPr>
            </a:lvl1pPr>
            <a:lvl2pPr algn="l">
              <a:defRPr sz="2775" b="0">
                <a:solidFill>
                  <a:srgbClr val="203A32"/>
                </a:solidFill>
                <a:latin typeface="Arial"/>
                <a:ea typeface="Arial"/>
                <a:cs typeface="Arial"/>
              </a:defRPr>
            </a:lvl2pPr>
            <a:lvl3pPr algn="l">
              <a:defRPr sz="2775" b="0">
                <a:solidFill>
                  <a:srgbClr val="203A32"/>
                </a:solidFill>
                <a:latin typeface="Arial"/>
                <a:ea typeface="Arial"/>
                <a:cs typeface="Arial"/>
              </a:defRPr>
            </a:lvl3pPr>
            <a:lvl4pPr algn="l">
              <a:defRPr sz="2775" b="0">
                <a:solidFill>
                  <a:srgbClr val="203A32"/>
                </a:solidFill>
                <a:latin typeface="Arial"/>
                <a:ea typeface="Arial"/>
                <a:cs typeface="Arial"/>
              </a:defRPr>
            </a:lvl4pPr>
            <a:lvl5pPr algn="l">
              <a:defRPr sz="2775" b="0">
                <a:solidFill>
                  <a:srgbClr val="203A32"/>
                </a:solidFill>
                <a:latin typeface="Arial"/>
                <a:ea typeface="Arial"/>
                <a:cs typeface="Arial"/>
              </a:defRPr>
            </a:lvl5pPr>
            <a:lvl6pPr algn="l">
              <a:defRPr sz="2775" b="0">
                <a:solidFill>
                  <a:srgbClr val="203A32"/>
                </a:solidFill>
                <a:latin typeface="Arial"/>
                <a:ea typeface="Arial"/>
                <a:cs typeface="Arial"/>
              </a:defRPr>
            </a:lvl6pPr>
            <a:lvl7pPr algn="l">
              <a:defRPr sz="2775" b="0">
                <a:solidFill>
                  <a:srgbClr val="203A32"/>
                </a:solidFill>
                <a:latin typeface="Arial"/>
                <a:ea typeface="Arial"/>
                <a:cs typeface="Arial"/>
              </a:defRPr>
            </a:lvl7pPr>
            <a:lvl8pPr algn="l">
              <a:defRPr sz="2775" b="0">
                <a:solidFill>
                  <a:srgbClr val="203A32"/>
                </a:solidFill>
                <a:latin typeface="Arial"/>
                <a:ea typeface="Arial"/>
                <a:cs typeface="Arial"/>
              </a:defRPr>
            </a:lvl8pPr>
            <a:lvl9pPr algn="l">
              <a:defRPr sz="2775" b="0">
                <a:solidFill>
                  <a:srgbClr val="203A32"/>
                </a:solidFill>
                <a:latin typeface="Arial"/>
                <a:ea typeface="Arial"/>
                <a:cs typeface="Arial"/>
              </a:defRPr>
            </a:lvl9pPr>
          </a:lstStyle>
          <a:p>
            <a:pPr algn="l">
              <a:defRPr sz="2775" b="0">
                <a:solidFill>
                  <a:srgbClr val="203A32"/>
                </a:solidFill>
                <a:latin typeface="Arial"/>
                <a:ea typeface="Arial"/>
                <a:cs typeface="Arial"/>
              </a:defRPr>
            </a:pPr>
            <a:r>
              <a:rPr sz="2775" b="0">
                <a:solidFill>
                  <a:srgbClr val="203A32"/>
                </a:solidFill>
                <a:latin typeface="Arial"/>
                <a:ea typeface="Arial"/>
                <a:cs typeface="Arial"/>
              </a:rPr>
              <a:t>Le modèle, les voix et le quiz sont associés</a:t>
            </a:r>
          </a:p>
        </p:txBody>
      </p:sp>
      <p:sp>
        <p:nvSpPr>
          <p:cNvPr id="8" name="UI Toolkit présente les pages ; les composants C#&#10;gè">
            <a:extLst>
              <a:ext uri="{FF2B5EF4-FFF2-40B4-BE49-F238E27FC236}">
                <a16:creationId xmlns:a16="http://schemas.microsoft.com/office/drawing/2014/main" id="{F0D7C6E3-E4EF-429E-BEBE-B4F58FBE430C}"/>
              </a:ext>
            </a:extLst>
          </p:cNvPr>
          <p:cNvSpPr>
            <a:spLocks noGrp="1"/>
          </p:cNvSpPr>
          <p:nvPr/>
        </p:nvSpPr>
        <p:spPr>
          <a:xfrm>
            <a:off x="6334125" y="7067550"/>
            <a:ext cx="8096250" cy="1000125"/>
          </a:xfrm>
          <a:prstGeom prst="rect">
            <a:avLst/>
          </a:prstGeom>
          <a:noFill/>
          <a:ln w="0">
            <a:noFill/>
          </a:ln>
        </p:spPr>
        <p:txBody>
          <a:bodyPr wrap="square" lIns="0" tIns="0" rIns="0" bIns="0" anchor="t">
            <a:noAutofit/>
          </a:bodyPr>
          <a:lstStyle>
            <a:defPPr algn="l">
              <a:defRPr sz="2250" b="0">
                <a:solidFill>
                  <a:srgbClr val="637169"/>
                </a:solidFill>
                <a:latin typeface="Arial"/>
                <a:ea typeface="Arial"/>
                <a:cs typeface="Arial"/>
              </a:defRPr>
            </a:defPPr>
            <a:lvl1pPr algn="l">
              <a:defRPr sz="2250" b="0">
                <a:solidFill>
                  <a:srgbClr val="637169"/>
                </a:solidFill>
                <a:latin typeface="Arial"/>
                <a:ea typeface="Arial"/>
                <a:cs typeface="Arial"/>
              </a:defRPr>
            </a:lvl1pPr>
            <a:lvl2pPr algn="l">
              <a:defRPr sz="2250" b="0">
                <a:solidFill>
                  <a:srgbClr val="637169"/>
                </a:solidFill>
                <a:latin typeface="Arial"/>
                <a:ea typeface="Arial"/>
                <a:cs typeface="Arial"/>
              </a:defRPr>
            </a:lvl2pPr>
            <a:lvl3pPr algn="l">
              <a:defRPr sz="2250" b="0">
                <a:solidFill>
                  <a:srgbClr val="637169"/>
                </a:solidFill>
                <a:latin typeface="Arial"/>
                <a:ea typeface="Arial"/>
                <a:cs typeface="Arial"/>
              </a:defRPr>
            </a:lvl3pPr>
            <a:lvl4pPr algn="l">
              <a:defRPr sz="2250" b="0">
                <a:solidFill>
                  <a:srgbClr val="637169"/>
                </a:solidFill>
                <a:latin typeface="Arial"/>
                <a:ea typeface="Arial"/>
                <a:cs typeface="Arial"/>
              </a:defRPr>
            </a:lvl4pPr>
            <a:lvl5pPr algn="l">
              <a:defRPr sz="2250" b="0">
                <a:solidFill>
                  <a:srgbClr val="637169"/>
                </a:solidFill>
                <a:latin typeface="Arial"/>
                <a:ea typeface="Arial"/>
                <a:cs typeface="Arial"/>
              </a:defRPr>
            </a:lvl5pPr>
            <a:lvl6pPr algn="l">
              <a:defRPr sz="2250" b="0">
                <a:solidFill>
                  <a:srgbClr val="637169"/>
                </a:solidFill>
                <a:latin typeface="Arial"/>
                <a:ea typeface="Arial"/>
                <a:cs typeface="Arial"/>
              </a:defRPr>
            </a:lvl6pPr>
            <a:lvl7pPr algn="l">
              <a:defRPr sz="2250" b="0">
                <a:solidFill>
                  <a:srgbClr val="637169"/>
                </a:solidFill>
                <a:latin typeface="Arial"/>
                <a:ea typeface="Arial"/>
                <a:cs typeface="Arial"/>
              </a:defRPr>
            </a:lvl7pPr>
            <a:lvl8pPr algn="l">
              <a:defRPr sz="2250" b="0">
                <a:solidFill>
                  <a:srgbClr val="637169"/>
                </a:solidFill>
                <a:latin typeface="Arial"/>
                <a:ea typeface="Arial"/>
                <a:cs typeface="Arial"/>
              </a:defRPr>
            </a:lvl8pPr>
            <a:lvl9pPr algn="l">
              <a:defRPr sz="2250" b="0">
                <a:solidFill>
                  <a:srgbClr val="637169"/>
                </a:solidFill>
                <a:latin typeface="Arial"/>
                <a:ea typeface="Arial"/>
                <a:cs typeface="Arial"/>
              </a:defRPr>
            </a:lvl9pPr>
          </a:lstStyle>
          <a:p>
            <a:pPr algn="l">
              <a:defRPr sz="2250" b="0">
                <a:solidFill>
                  <a:srgbClr val="637169"/>
                </a:solidFill>
                <a:latin typeface="Arial"/>
                <a:ea typeface="Arial"/>
                <a:cs typeface="Arial"/>
              </a:defRPr>
            </a:pPr>
            <a:r>
              <a:rPr sz="2250" b="0">
                <a:solidFill>
                  <a:srgbClr val="637169"/>
                </a:solidFill>
                <a:latin typeface="Arial"/>
                <a:ea typeface="Arial"/>
                <a:cs typeface="Arial"/>
              </a:rPr>
              <a:t>UI Toolkit présente les pages ; les composants C#</a:t>
            </a:r>
          </a:p>
          <a:p>
            <a:pPr algn="l">
              <a:defRPr sz="2250" b="0">
                <a:solidFill>
                  <a:srgbClr val="637169"/>
                </a:solidFill>
                <a:latin typeface="Arial"/>
                <a:ea typeface="Arial"/>
                <a:cs typeface="Arial"/>
              </a:defRPr>
            </a:pPr>
            <a:r>
              <a:rPr sz="2250" b="0">
                <a:solidFill>
                  <a:srgbClr val="637169"/>
                </a:solidFill>
                <a:latin typeface="Arial"/>
                <a:ea typeface="Arial"/>
                <a:cs typeface="Arial"/>
              </a:rPr>
              <a:t>gèrent le suivi, la lecture et la progression locale.</a:t>
            </a:r>
          </a:p>
        </p:txBody>
      </p:sp>
    </p:spTree>
    <p:extLst>
      <p:ext uri="{BB962C8B-B14F-4D97-AF65-F5344CB8AC3E}">
        <p14:creationId xmlns:p14="http://schemas.microsoft.com/office/powerpoint/2010/main" val="37903308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0"/>
                      </p:stCondLst>
                      <p:childTnLst>
                        <p:par>
                          <p:cTn id="4" presetID="10" presetClass="entr" presetSubtype="0" fill="hold" nodeType="afterEffect">
                            <p:stCondLst>
                              <p:cond delay="150"/>
                            </p:stCondLst>
                            <p:childTnLst>
                              <p:set>
                                <p:cBhvr>
                                  <p:cTn id="5" dur="1" fill="hold">
                                    <p:stCondLst>
                                      <p:cond delay="0"/>
                                    </p:stCondLst>
                                  </p:cTn>
                                  <p:tgtEl>
                                    <p:spTgt spid="3"/>
                                  </p:tgtEl>
                                  <p:attrNameLst>
                                    <p:attrName>style.visibility</p:attrName>
                                  </p:attrNameLst>
                                </p:cBhvr>
                                <p:to>
                                  <p:strVal val="visible"/>
                                </p:to>
                              </p:set>
                              <p:animEffect transition="in" filter="fade">
                                <p:cBhvr>
                                  <p:cTn id="6" dur="350" fill="hold"/>
                                  <p:tgtEl>
                                    <p:spTgt spid="3"/>
                                  </p:tgtEl>
                                </p:cBhvr>
                              </p:animEffect>
                            </p:childTnLst>
                          </p:cTn>
                        </p:par>
                        <p:par>
                          <p:cTn id="7" presetID="10" presetClass="entr" presetSubtype="0" fill="hold" nodeType="afterEffect">
                            <p:stCondLst>
                              <p:cond delay="450"/>
                            </p:stCondLst>
                            <p:childTnLst>
                              <p:set>
                                <p:cBhvr>
                                  <p:cTn id="8" dur="1" fill="hold">
                                    <p:stCondLst>
                                      <p:cond delay="0"/>
                                    </p:stCondLst>
                                  </p:cTn>
                                  <p:tgtEl>
                                    <p:spTgt spid="5"/>
                                  </p:tgtEl>
                                  <p:attrNameLst>
                                    <p:attrName>style.visibility</p:attrName>
                                  </p:attrNameLst>
                                </p:cBhvr>
                                <p:to>
                                  <p:strVal val="visible"/>
                                </p:to>
                              </p:set>
                              <p:animEffect transition="in" filter="fade">
                                <p:cBhvr>
                                  <p:cTn id="9" dur="350" fill="hold"/>
                                  <p:tgtEl>
                                    <p:spTgt spid="5"/>
                                  </p:tgtEl>
                                </p:cBhvr>
                              </p:animEffect>
                            </p:childTnLst>
                          </p:cTn>
                        </p:par>
                        <p:par>
                          <p:cTn id="10" presetID="10" presetClass="entr" presetSubtype="0" fill="hold" nodeType="afterEffect">
                            <p:stCondLst>
                              <p:cond delay="75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350" fill="hold"/>
                                  <p:tgtEl>
                                    <p:spTgt spid="7"/>
                                  </p:tgtEl>
                                </p:cBhvr>
                              </p:animEffect>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6F3EE"/>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E261C70E-3E5C-4CE0-AEB1-63EB9B42AC30}"/>
              </a:ext>
            </a:extLst>
          </p:cNvPr>
          <p:cNvPicPr>
            <a:picLocks noChangeAspect="1"/>
          </p:cNvPicPr>
          <p:nvPr/>
        </p:nvPicPr>
        <p:blipFill>
          <a:blip r:embed="rId3"/>
          <a:srcRect t="14000" b="14000"/>
          <a:stretch/>
        </p:blipFill>
        <p:spPr>
          <a:xfrm>
            <a:off x="8001000" y="0"/>
            <a:ext cx="7239000" cy="8572500"/>
          </a:xfrm>
          <a:prstGeom prst="rect">
            <a:avLst/>
          </a:prstGeom>
        </p:spPr>
      </p:pic>
      <p:sp>
        <p:nvSpPr>
          <p:cNvPr id="2" name="Une œuvre devient&#10;une fiche réutilisable">
            <a:extLst>
              <a:ext uri="{FF2B5EF4-FFF2-40B4-BE49-F238E27FC236}">
                <a16:creationId xmlns:a16="http://schemas.microsoft.com/office/drawing/2014/main" id="{A9857F70-96FF-480F-8FD4-B0F2648FC2EF}"/>
              </a:ext>
            </a:extLst>
          </p:cNvPr>
          <p:cNvSpPr>
            <a:spLocks noGrp="1"/>
          </p:cNvSpPr>
          <p:nvPr/>
        </p:nvSpPr>
        <p:spPr>
          <a:xfrm>
            <a:off x="790575" y="857250"/>
            <a:ext cx="7905750" cy="1619250"/>
          </a:xfrm>
          <a:prstGeom prst="rect">
            <a:avLst/>
          </a:prstGeom>
          <a:noFill/>
          <a:ln w="0">
            <a:noFill/>
          </a:ln>
        </p:spPr>
        <p:txBody>
          <a:bodyPr wrap="square" lIns="0" tIns="0" rIns="0" bIns="0" anchor="t">
            <a:noAutofit/>
          </a:bodyPr>
          <a:lstStyle>
            <a:defPPr algn="l">
              <a:defRPr sz="4425" b="0">
                <a:solidFill>
                  <a:srgbClr val="203A32"/>
                </a:solidFill>
                <a:latin typeface="Georgia"/>
                <a:ea typeface="Georgia"/>
                <a:cs typeface="Georgia"/>
              </a:defRPr>
            </a:defPPr>
            <a:lvl1pPr algn="l">
              <a:defRPr sz="4425" b="0">
                <a:solidFill>
                  <a:srgbClr val="203A32"/>
                </a:solidFill>
                <a:latin typeface="Georgia"/>
                <a:ea typeface="Georgia"/>
                <a:cs typeface="Georgia"/>
              </a:defRPr>
            </a:lvl1pPr>
            <a:lvl2pPr algn="l">
              <a:defRPr sz="4425" b="0">
                <a:solidFill>
                  <a:srgbClr val="203A32"/>
                </a:solidFill>
                <a:latin typeface="Georgia"/>
                <a:ea typeface="Georgia"/>
                <a:cs typeface="Georgia"/>
              </a:defRPr>
            </a:lvl2pPr>
            <a:lvl3pPr algn="l">
              <a:defRPr sz="4425" b="0">
                <a:solidFill>
                  <a:srgbClr val="203A32"/>
                </a:solidFill>
                <a:latin typeface="Georgia"/>
                <a:ea typeface="Georgia"/>
                <a:cs typeface="Georgia"/>
              </a:defRPr>
            </a:lvl3pPr>
            <a:lvl4pPr algn="l">
              <a:defRPr sz="4425" b="0">
                <a:solidFill>
                  <a:srgbClr val="203A32"/>
                </a:solidFill>
                <a:latin typeface="Georgia"/>
                <a:ea typeface="Georgia"/>
                <a:cs typeface="Georgia"/>
              </a:defRPr>
            </a:lvl4pPr>
            <a:lvl5pPr algn="l">
              <a:defRPr sz="4425" b="0">
                <a:solidFill>
                  <a:srgbClr val="203A32"/>
                </a:solidFill>
                <a:latin typeface="Georgia"/>
                <a:ea typeface="Georgia"/>
                <a:cs typeface="Georgia"/>
              </a:defRPr>
            </a:lvl5pPr>
            <a:lvl6pPr algn="l">
              <a:defRPr sz="4425" b="0">
                <a:solidFill>
                  <a:srgbClr val="203A32"/>
                </a:solidFill>
                <a:latin typeface="Georgia"/>
                <a:ea typeface="Georgia"/>
                <a:cs typeface="Georgia"/>
              </a:defRPr>
            </a:lvl6pPr>
            <a:lvl7pPr algn="l">
              <a:defRPr sz="4425" b="0">
                <a:solidFill>
                  <a:srgbClr val="203A32"/>
                </a:solidFill>
                <a:latin typeface="Georgia"/>
                <a:ea typeface="Georgia"/>
                <a:cs typeface="Georgia"/>
              </a:defRPr>
            </a:lvl7pPr>
            <a:lvl8pPr algn="l">
              <a:defRPr sz="4425" b="0">
                <a:solidFill>
                  <a:srgbClr val="203A32"/>
                </a:solidFill>
                <a:latin typeface="Georgia"/>
                <a:ea typeface="Georgia"/>
                <a:cs typeface="Georgia"/>
              </a:defRPr>
            </a:lvl8pPr>
            <a:lvl9pPr algn="l">
              <a:defRPr sz="4425" b="0">
                <a:solidFill>
                  <a:srgbClr val="203A32"/>
                </a:solidFill>
                <a:latin typeface="Georgia"/>
                <a:ea typeface="Georgia"/>
                <a:cs typeface="Georgia"/>
              </a:defRPr>
            </a:lvl9pPr>
          </a:lstStyle>
          <a:p>
            <a:pPr algn="l">
              <a:defRPr sz="4425" b="0">
                <a:solidFill>
                  <a:srgbClr val="203A32"/>
                </a:solidFill>
                <a:latin typeface="Georgia"/>
                <a:ea typeface="Georgia"/>
                <a:cs typeface="Georgia"/>
              </a:defRPr>
            </a:pPr>
            <a:r>
              <a:rPr sz="4425" b="0">
                <a:solidFill>
                  <a:srgbClr val="203A32"/>
                </a:solidFill>
                <a:latin typeface="Georgia"/>
                <a:ea typeface="Georgia"/>
                <a:cs typeface="Georgia"/>
              </a:rPr>
              <a:t>Une œuvre devient</a:t>
            </a:r>
          </a:p>
          <a:p>
            <a:pPr algn="l">
              <a:defRPr sz="4425" b="0">
                <a:solidFill>
                  <a:srgbClr val="203A32"/>
                </a:solidFill>
                <a:latin typeface="Georgia"/>
                <a:ea typeface="Georgia"/>
                <a:cs typeface="Georgia"/>
              </a:defRPr>
            </a:pPr>
            <a:r>
              <a:rPr sz="4425" b="0">
                <a:solidFill>
                  <a:srgbClr val="203A32"/>
                </a:solidFill>
                <a:latin typeface="Georgia"/>
                <a:ea typeface="Georgia"/>
                <a:cs typeface="Georgia"/>
              </a:rPr>
              <a:t>une fiche réutilisable</a:t>
            </a:r>
          </a:p>
        </p:txBody>
      </p:sp>
      <p:sp>
        <p:nvSpPr>
          <p:cNvPr id="3" name="Le catalogue relie les textes, le modèle,&#10;la cible, ">
            <a:extLst>
              <a:ext uri="{FF2B5EF4-FFF2-40B4-BE49-F238E27FC236}">
                <a16:creationId xmlns:a16="http://schemas.microsoft.com/office/drawing/2014/main" id="{AE68B828-4220-4980-9D8F-D134EAE53F8A}"/>
              </a:ext>
            </a:extLst>
          </p:cNvPr>
          <p:cNvSpPr>
            <a:spLocks noGrp="1"/>
          </p:cNvSpPr>
          <p:nvPr/>
        </p:nvSpPr>
        <p:spPr>
          <a:xfrm>
            <a:off x="857250" y="3067050"/>
            <a:ext cx="7000875" cy="1619250"/>
          </a:xfrm>
          <a:prstGeom prst="rect">
            <a:avLst/>
          </a:prstGeom>
          <a:noFill/>
          <a:ln w="0">
            <a:noFill/>
          </a:ln>
        </p:spPr>
        <p:txBody>
          <a:bodyPr wrap="square" lIns="0" tIns="0" rIns="0" bIns="0" anchor="t">
            <a:noAutofit/>
          </a:bodyPr>
          <a:lstStyle>
            <a:defPPr algn="l">
              <a:defRPr sz="2625" b="0">
                <a:solidFill>
                  <a:srgbClr val="637169"/>
                </a:solidFill>
                <a:latin typeface="Arial"/>
                <a:ea typeface="Arial"/>
                <a:cs typeface="Arial"/>
              </a:defRPr>
            </a:defPPr>
            <a:lvl1pPr algn="l">
              <a:defRPr sz="2625" b="0">
                <a:solidFill>
                  <a:srgbClr val="637169"/>
                </a:solidFill>
                <a:latin typeface="Arial"/>
                <a:ea typeface="Arial"/>
                <a:cs typeface="Arial"/>
              </a:defRPr>
            </a:lvl1pPr>
            <a:lvl2pPr algn="l">
              <a:defRPr sz="2625" b="0">
                <a:solidFill>
                  <a:srgbClr val="637169"/>
                </a:solidFill>
                <a:latin typeface="Arial"/>
                <a:ea typeface="Arial"/>
                <a:cs typeface="Arial"/>
              </a:defRPr>
            </a:lvl2pPr>
            <a:lvl3pPr algn="l">
              <a:defRPr sz="2625" b="0">
                <a:solidFill>
                  <a:srgbClr val="637169"/>
                </a:solidFill>
                <a:latin typeface="Arial"/>
                <a:ea typeface="Arial"/>
                <a:cs typeface="Arial"/>
              </a:defRPr>
            </a:lvl3pPr>
            <a:lvl4pPr algn="l">
              <a:defRPr sz="2625" b="0">
                <a:solidFill>
                  <a:srgbClr val="637169"/>
                </a:solidFill>
                <a:latin typeface="Arial"/>
                <a:ea typeface="Arial"/>
                <a:cs typeface="Arial"/>
              </a:defRPr>
            </a:lvl4pPr>
            <a:lvl5pPr algn="l">
              <a:defRPr sz="2625" b="0">
                <a:solidFill>
                  <a:srgbClr val="637169"/>
                </a:solidFill>
                <a:latin typeface="Arial"/>
                <a:ea typeface="Arial"/>
                <a:cs typeface="Arial"/>
              </a:defRPr>
            </a:lvl5pPr>
            <a:lvl6pPr algn="l">
              <a:defRPr sz="2625" b="0">
                <a:solidFill>
                  <a:srgbClr val="637169"/>
                </a:solidFill>
                <a:latin typeface="Arial"/>
                <a:ea typeface="Arial"/>
                <a:cs typeface="Arial"/>
              </a:defRPr>
            </a:lvl6pPr>
            <a:lvl7pPr algn="l">
              <a:defRPr sz="2625" b="0">
                <a:solidFill>
                  <a:srgbClr val="637169"/>
                </a:solidFill>
                <a:latin typeface="Arial"/>
                <a:ea typeface="Arial"/>
                <a:cs typeface="Arial"/>
              </a:defRPr>
            </a:lvl7pPr>
            <a:lvl8pPr algn="l">
              <a:defRPr sz="2625" b="0">
                <a:solidFill>
                  <a:srgbClr val="637169"/>
                </a:solidFill>
                <a:latin typeface="Arial"/>
                <a:ea typeface="Arial"/>
                <a:cs typeface="Arial"/>
              </a:defRPr>
            </a:lvl8pPr>
            <a:lvl9pPr algn="l">
              <a:defRPr sz="2625" b="0">
                <a:solidFill>
                  <a:srgbClr val="637169"/>
                </a:solidFill>
                <a:latin typeface="Arial"/>
                <a:ea typeface="Arial"/>
                <a:cs typeface="Arial"/>
              </a:defRPr>
            </a:lvl9pPr>
          </a:lstStyle>
          <a:p>
            <a:pPr algn="l">
              <a:defRPr sz="2625" b="0">
                <a:solidFill>
                  <a:srgbClr val="637169"/>
                </a:solidFill>
                <a:latin typeface="Arial"/>
                <a:ea typeface="Arial"/>
                <a:cs typeface="Arial"/>
              </a:defRPr>
            </a:pPr>
            <a:r>
              <a:rPr sz="2625" b="0">
                <a:solidFill>
                  <a:srgbClr val="637169"/>
                </a:solidFill>
                <a:latin typeface="Arial"/>
                <a:ea typeface="Arial"/>
                <a:cs typeface="Arial"/>
              </a:rPr>
              <a:t>Le catalogue relie les textes, le modèle,</a:t>
            </a:r>
          </a:p>
          <a:p>
            <a:pPr algn="l">
              <a:defRPr sz="2625" b="0">
                <a:solidFill>
                  <a:srgbClr val="637169"/>
                </a:solidFill>
                <a:latin typeface="Arial"/>
                <a:ea typeface="Arial"/>
                <a:cs typeface="Arial"/>
              </a:defRPr>
            </a:pPr>
            <a:r>
              <a:rPr sz="2625" b="0">
                <a:solidFill>
                  <a:srgbClr val="637169"/>
                </a:solidFill>
                <a:latin typeface="Arial"/>
                <a:ea typeface="Arial"/>
                <a:cs typeface="Arial"/>
              </a:rPr>
              <a:t>la cible, les audios et le quiz</a:t>
            </a:r>
          </a:p>
          <a:p>
            <a:pPr algn="l">
              <a:defRPr sz="2625" b="0">
                <a:solidFill>
                  <a:srgbClr val="637169"/>
                </a:solidFill>
                <a:latin typeface="Arial"/>
                <a:ea typeface="Arial"/>
                <a:cs typeface="Arial"/>
              </a:defRPr>
            </a:pPr>
            <a:r>
              <a:rPr sz="2625" b="0">
                <a:solidFill>
                  <a:srgbClr val="637169"/>
                </a:solidFill>
                <a:latin typeface="Arial"/>
                <a:ea typeface="Arial"/>
                <a:cs typeface="Arial"/>
              </a:rPr>
              <a:t>autour d’un identifiant stable.</a:t>
            </a:r>
          </a:p>
        </p:txBody>
      </p:sp>
      <p:sp>
        <p:nvSpPr>
          <p:cNvPr id="4" name="bm_ea23">
            <a:extLst>
              <a:ext uri="{FF2B5EF4-FFF2-40B4-BE49-F238E27FC236}">
                <a16:creationId xmlns:a16="http://schemas.microsoft.com/office/drawing/2014/main" id="{FE933DDE-4F10-45E2-B323-21C774FD95EF}"/>
              </a:ext>
            </a:extLst>
          </p:cNvPr>
          <p:cNvSpPr>
            <a:spLocks noGrp="1"/>
          </p:cNvSpPr>
          <p:nvPr/>
        </p:nvSpPr>
        <p:spPr>
          <a:xfrm>
            <a:off x="876300" y="5448300"/>
            <a:ext cx="6477000" cy="952500"/>
          </a:xfrm>
          <a:prstGeom prst="rect">
            <a:avLst/>
          </a:prstGeom>
          <a:noFill/>
          <a:ln w="0">
            <a:noFill/>
          </a:ln>
        </p:spPr>
        <p:txBody>
          <a:bodyPr wrap="square" lIns="0" tIns="0" rIns="0" bIns="0" anchor="t">
            <a:noAutofit/>
          </a:bodyPr>
          <a:lstStyle>
            <a:defPPr algn="l">
              <a:defRPr sz="5325" b="1">
                <a:solidFill>
                  <a:srgbClr val="BD9661"/>
                </a:solidFill>
                <a:latin typeface="Arial"/>
                <a:ea typeface="Arial"/>
                <a:cs typeface="Arial"/>
              </a:defRPr>
            </a:defPPr>
            <a:lvl1pPr algn="l">
              <a:defRPr sz="5325" b="1">
                <a:solidFill>
                  <a:srgbClr val="BD9661"/>
                </a:solidFill>
                <a:latin typeface="Arial"/>
                <a:ea typeface="Arial"/>
                <a:cs typeface="Arial"/>
              </a:defRPr>
            </a:lvl1pPr>
            <a:lvl2pPr algn="l">
              <a:defRPr sz="5325" b="1">
                <a:solidFill>
                  <a:srgbClr val="BD9661"/>
                </a:solidFill>
                <a:latin typeface="Arial"/>
                <a:ea typeface="Arial"/>
                <a:cs typeface="Arial"/>
              </a:defRPr>
            </a:lvl2pPr>
            <a:lvl3pPr algn="l">
              <a:defRPr sz="5325" b="1">
                <a:solidFill>
                  <a:srgbClr val="BD9661"/>
                </a:solidFill>
                <a:latin typeface="Arial"/>
                <a:ea typeface="Arial"/>
                <a:cs typeface="Arial"/>
              </a:defRPr>
            </a:lvl3pPr>
            <a:lvl4pPr algn="l">
              <a:defRPr sz="5325" b="1">
                <a:solidFill>
                  <a:srgbClr val="BD9661"/>
                </a:solidFill>
                <a:latin typeface="Arial"/>
                <a:ea typeface="Arial"/>
                <a:cs typeface="Arial"/>
              </a:defRPr>
            </a:lvl4pPr>
            <a:lvl5pPr algn="l">
              <a:defRPr sz="5325" b="1">
                <a:solidFill>
                  <a:srgbClr val="BD9661"/>
                </a:solidFill>
                <a:latin typeface="Arial"/>
                <a:ea typeface="Arial"/>
                <a:cs typeface="Arial"/>
              </a:defRPr>
            </a:lvl5pPr>
            <a:lvl6pPr algn="l">
              <a:defRPr sz="5325" b="1">
                <a:solidFill>
                  <a:srgbClr val="BD9661"/>
                </a:solidFill>
                <a:latin typeface="Arial"/>
                <a:ea typeface="Arial"/>
                <a:cs typeface="Arial"/>
              </a:defRPr>
            </a:lvl6pPr>
            <a:lvl7pPr algn="l">
              <a:defRPr sz="5325" b="1">
                <a:solidFill>
                  <a:srgbClr val="BD9661"/>
                </a:solidFill>
                <a:latin typeface="Arial"/>
                <a:ea typeface="Arial"/>
                <a:cs typeface="Arial"/>
              </a:defRPr>
            </a:lvl7pPr>
            <a:lvl8pPr algn="l">
              <a:defRPr sz="5325" b="1">
                <a:solidFill>
                  <a:srgbClr val="BD9661"/>
                </a:solidFill>
                <a:latin typeface="Arial"/>
                <a:ea typeface="Arial"/>
                <a:cs typeface="Arial"/>
              </a:defRPr>
            </a:lvl8pPr>
            <a:lvl9pPr algn="l">
              <a:defRPr sz="5325" b="1">
                <a:solidFill>
                  <a:srgbClr val="BD9661"/>
                </a:solidFill>
                <a:latin typeface="Arial"/>
                <a:ea typeface="Arial"/>
                <a:cs typeface="Arial"/>
              </a:defRPr>
            </a:lvl9pPr>
          </a:lstStyle>
          <a:p>
            <a:pPr algn="l">
              <a:defRPr sz="5325" b="1">
                <a:solidFill>
                  <a:srgbClr val="BD9661"/>
                </a:solidFill>
                <a:latin typeface="Arial"/>
                <a:ea typeface="Arial"/>
                <a:cs typeface="Arial"/>
              </a:defRPr>
            </a:pPr>
            <a:r>
              <a:rPr sz="5325" b="1">
                <a:solidFill>
                  <a:srgbClr val="BD9661"/>
                </a:solidFill>
                <a:latin typeface="Arial"/>
                <a:ea typeface="Arial"/>
                <a:cs typeface="Arial"/>
              </a:rPr>
              <a:t>bm_ea23</a:t>
            </a:r>
          </a:p>
        </p:txBody>
      </p:sp>
      <p:sp>
        <p:nvSpPr>
          <p:cNvPr id="5" name="Sarcophage de Hapmen">
            <a:extLst>
              <a:ext uri="{FF2B5EF4-FFF2-40B4-BE49-F238E27FC236}">
                <a16:creationId xmlns:a16="http://schemas.microsoft.com/office/drawing/2014/main" id="{A91BF914-A4F9-43A5-BBD9-E20AE0740825}"/>
              </a:ext>
            </a:extLst>
          </p:cNvPr>
          <p:cNvSpPr>
            <a:spLocks noGrp="1"/>
          </p:cNvSpPr>
          <p:nvPr/>
        </p:nvSpPr>
        <p:spPr>
          <a:xfrm>
            <a:off x="904875" y="6505575"/>
            <a:ext cx="6572250" cy="571500"/>
          </a:xfrm>
          <a:prstGeom prst="rect">
            <a:avLst/>
          </a:prstGeom>
          <a:noFill/>
          <a:ln w="0">
            <a:noFill/>
          </a:ln>
        </p:spPr>
        <p:txBody>
          <a:bodyPr wrap="square" lIns="0" tIns="0" rIns="0" bIns="0" anchor="t">
            <a:noAutofit/>
          </a:bodyPr>
          <a:lstStyle>
            <a:defPPr algn="l">
              <a:defRPr sz="2400" b="1">
                <a:solidFill>
                  <a:srgbClr val="203A32"/>
                </a:solidFill>
                <a:latin typeface="Arial"/>
                <a:ea typeface="Arial"/>
                <a:cs typeface="Arial"/>
              </a:defRPr>
            </a:defPPr>
            <a:lvl1pPr algn="l">
              <a:defRPr sz="2400" b="1">
                <a:solidFill>
                  <a:srgbClr val="203A32"/>
                </a:solidFill>
                <a:latin typeface="Arial"/>
                <a:ea typeface="Arial"/>
                <a:cs typeface="Arial"/>
              </a:defRPr>
            </a:lvl1pPr>
            <a:lvl2pPr algn="l">
              <a:defRPr sz="2400" b="1">
                <a:solidFill>
                  <a:srgbClr val="203A32"/>
                </a:solidFill>
                <a:latin typeface="Arial"/>
                <a:ea typeface="Arial"/>
                <a:cs typeface="Arial"/>
              </a:defRPr>
            </a:lvl2pPr>
            <a:lvl3pPr algn="l">
              <a:defRPr sz="2400" b="1">
                <a:solidFill>
                  <a:srgbClr val="203A32"/>
                </a:solidFill>
                <a:latin typeface="Arial"/>
                <a:ea typeface="Arial"/>
                <a:cs typeface="Arial"/>
              </a:defRPr>
            </a:lvl3pPr>
            <a:lvl4pPr algn="l">
              <a:defRPr sz="2400" b="1">
                <a:solidFill>
                  <a:srgbClr val="203A32"/>
                </a:solidFill>
                <a:latin typeface="Arial"/>
                <a:ea typeface="Arial"/>
                <a:cs typeface="Arial"/>
              </a:defRPr>
            </a:lvl4pPr>
            <a:lvl5pPr algn="l">
              <a:defRPr sz="2400" b="1">
                <a:solidFill>
                  <a:srgbClr val="203A32"/>
                </a:solidFill>
                <a:latin typeface="Arial"/>
                <a:ea typeface="Arial"/>
                <a:cs typeface="Arial"/>
              </a:defRPr>
            </a:lvl5pPr>
            <a:lvl6pPr algn="l">
              <a:defRPr sz="2400" b="1">
                <a:solidFill>
                  <a:srgbClr val="203A32"/>
                </a:solidFill>
                <a:latin typeface="Arial"/>
                <a:ea typeface="Arial"/>
                <a:cs typeface="Arial"/>
              </a:defRPr>
            </a:lvl6pPr>
            <a:lvl7pPr algn="l">
              <a:defRPr sz="2400" b="1">
                <a:solidFill>
                  <a:srgbClr val="203A32"/>
                </a:solidFill>
                <a:latin typeface="Arial"/>
                <a:ea typeface="Arial"/>
                <a:cs typeface="Arial"/>
              </a:defRPr>
            </a:lvl7pPr>
            <a:lvl8pPr algn="l">
              <a:defRPr sz="2400" b="1">
                <a:solidFill>
                  <a:srgbClr val="203A32"/>
                </a:solidFill>
                <a:latin typeface="Arial"/>
                <a:ea typeface="Arial"/>
                <a:cs typeface="Arial"/>
              </a:defRPr>
            </a:lvl8pPr>
            <a:lvl9pPr algn="l">
              <a:defRPr sz="2400" b="1">
                <a:solidFill>
                  <a:srgbClr val="203A32"/>
                </a:solidFill>
                <a:latin typeface="Arial"/>
                <a:ea typeface="Arial"/>
                <a:cs typeface="Arial"/>
              </a:defRPr>
            </a:lvl9pPr>
          </a:lstStyle>
          <a:p>
            <a:pPr algn="l">
              <a:defRPr sz="2400" b="1">
                <a:solidFill>
                  <a:srgbClr val="203A32"/>
                </a:solidFill>
                <a:latin typeface="Arial"/>
                <a:ea typeface="Arial"/>
                <a:cs typeface="Arial"/>
              </a:defRPr>
            </a:pPr>
            <a:r>
              <a:rPr sz="2400" b="1">
                <a:solidFill>
                  <a:srgbClr val="203A32"/>
                </a:solidFill>
                <a:latin typeface="Arial"/>
                <a:ea typeface="Arial"/>
                <a:cs typeface="Arial"/>
              </a:rPr>
              <a:t>Sarcophage de Hapmen</a:t>
            </a:r>
          </a:p>
        </p:txBody>
      </p:sp>
      <p:sp>
        <p:nvSpPr>
          <p:cNvPr id="6" name="Le même schéma JSON sert aux futures œuvres.&#10;L’ajout">
            <a:extLst>
              <a:ext uri="{FF2B5EF4-FFF2-40B4-BE49-F238E27FC236}">
                <a16:creationId xmlns:a16="http://schemas.microsoft.com/office/drawing/2014/main" id="{B46B3799-1CB7-4675-8DDF-AFB11E4EFE4F}"/>
              </a:ext>
            </a:extLst>
          </p:cNvPr>
          <p:cNvSpPr>
            <a:spLocks noGrp="1"/>
          </p:cNvSpPr>
          <p:nvPr/>
        </p:nvSpPr>
        <p:spPr>
          <a:xfrm>
            <a:off x="904875" y="7429500"/>
            <a:ext cx="12858750" cy="933450"/>
          </a:xfrm>
          <a:prstGeom prst="rect">
            <a:avLst/>
          </a:prstGeom>
          <a:noFill/>
          <a:ln w="0">
            <a:noFill/>
          </a:ln>
        </p:spPr>
        <p:txBody>
          <a:bodyPr wrap="square" lIns="0" tIns="0" rIns="0" bIns="0" anchor="t">
            <a:noAutofit/>
          </a:bodyPr>
          <a:lstStyle>
            <a:defPPr algn="l">
              <a:defRPr sz="2175" b="0">
                <a:solidFill>
                  <a:srgbClr val="203A32"/>
                </a:solidFill>
                <a:latin typeface="Arial"/>
                <a:ea typeface="Arial"/>
                <a:cs typeface="Arial"/>
              </a:defRPr>
            </a:defPPr>
            <a:lvl1pPr algn="l">
              <a:defRPr sz="2175" b="0">
                <a:solidFill>
                  <a:srgbClr val="203A32"/>
                </a:solidFill>
                <a:latin typeface="Arial"/>
                <a:ea typeface="Arial"/>
                <a:cs typeface="Arial"/>
              </a:defRPr>
            </a:lvl1pPr>
            <a:lvl2pPr algn="l">
              <a:defRPr sz="2175" b="0">
                <a:solidFill>
                  <a:srgbClr val="203A32"/>
                </a:solidFill>
                <a:latin typeface="Arial"/>
                <a:ea typeface="Arial"/>
                <a:cs typeface="Arial"/>
              </a:defRPr>
            </a:lvl2pPr>
            <a:lvl3pPr algn="l">
              <a:defRPr sz="2175" b="0">
                <a:solidFill>
                  <a:srgbClr val="203A32"/>
                </a:solidFill>
                <a:latin typeface="Arial"/>
                <a:ea typeface="Arial"/>
                <a:cs typeface="Arial"/>
              </a:defRPr>
            </a:lvl3pPr>
            <a:lvl4pPr algn="l">
              <a:defRPr sz="2175" b="0">
                <a:solidFill>
                  <a:srgbClr val="203A32"/>
                </a:solidFill>
                <a:latin typeface="Arial"/>
                <a:ea typeface="Arial"/>
                <a:cs typeface="Arial"/>
              </a:defRPr>
            </a:lvl4pPr>
            <a:lvl5pPr algn="l">
              <a:defRPr sz="2175" b="0">
                <a:solidFill>
                  <a:srgbClr val="203A32"/>
                </a:solidFill>
                <a:latin typeface="Arial"/>
                <a:ea typeface="Arial"/>
                <a:cs typeface="Arial"/>
              </a:defRPr>
            </a:lvl5pPr>
            <a:lvl6pPr algn="l">
              <a:defRPr sz="2175" b="0">
                <a:solidFill>
                  <a:srgbClr val="203A32"/>
                </a:solidFill>
                <a:latin typeface="Arial"/>
                <a:ea typeface="Arial"/>
                <a:cs typeface="Arial"/>
              </a:defRPr>
            </a:lvl6pPr>
            <a:lvl7pPr algn="l">
              <a:defRPr sz="2175" b="0">
                <a:solidFill>
                  <a:srgbClr val="203A32"/>
                </a:solidFill>
                <a:latin typeface="Arial"/>
                <a:ea typeface="Arial"/>
                <a:cs typeface="Arial"/>
              </a:defRPr>
            </a:lvl7pPr>
            <a:lvl8pPr algn="l">
              <a:defRPr sz="2175" b="0">
                <a:solidFill>
                  <a:srgbClr val="203A32"/>
                </a:solidFill>
                <a:latin typeface="Arial"/>
                <a:ea typeface="Arial"/>
                <a:cs typeface="Arial"/>
              </a:defRPr>
            </a:lvl8pPr>
            <a:lvl9pPr algn="l">
              <a:defRPr sz="2175" b="0">
                <a:solidFill>
                  <a:srgbClr val="203A32"/>
                </a:solidFill>
                <a:latin typeface="Arial"/>
                <a:ea typeface="Arial"/>
                <a:cs typeface="Arial"/>
              </a:defRPr>
            </a:lvl9pPr>
          </a:lstStyle>
          <a:p>
            <a:pPr algn="l">
              <a:defRPr sz="2175" b="0">
                <a:solidFill>
                  <a:srgbClr val="203A32"/>
                </a:solidFill>
                <a:latin typeface="Arial"/>
                <a:ea typeface="Arial"/>
                <a:cs typeface="Arial"/>
              </a:defRPr>
            </a:pPr>
            <a:r>
              <a:rPr sz="2175" b="0">
                <a:solidFill>
                  <a:srgbClr val="203A32"/>
                </a:solidFill>
                <a:latin typeface="Arial"/>
                <a:ea typeface="Arial"/>
                <a:cs typeface="Arial"/>
              </a:rPr>
              <a:t>Le même schéma JSON sert aux futures œuvres.</a:t>
            </a:r>
          </a:p>
          <a:p>
            <a:pPr algn="l">
              <a:defRPr sz="2175" b="0">
                <a:solidFill>
                  <a:srgbClr val="203A32"/>
                </a:solidFill>
                <a:latin typeface="Arial"/>
                <a:ea typeface="Arial"/>
                <a:cs typeface="Arial"/>
              </a:defRPr>
            </a:pPr>
            <a:r>
              <a:rPr sz="2175" b="0">
                <a:solidFill>
                  <a:srgbClr val="203A32"/>
                </a:solidFill>
                <a:latin typeface="Arial"/>
                <a:ea typeface="Arial"/>
                <a:cs typeface="Arial"/>
              </a:rPr>
              <a:t>L’ajout nécessite encore un import et un build.</a:t>
            </a:r>
          </a:p>
        </p:txBody>
      </p:sp>
    </p:spTree>
    <p:extLst>
      <p:ext uri="{BB962C8B-B14F-4D97-AF65-F5344CB8AC3E}">
        <p14:creationId xmlns:p14="http://schemas.microsoft.com/office/powerpoint/2010/main" val="59232856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0"/>
                      </p:stCondLst>
                      <p:childTnLst>
                        <p:par>
                          <p:cTn id="4" presetID="10" presetClass="entr" presetSubtype="0" fill="hold" nodeType="afterEffect">
                            <p:stCondLst>
                              <p:cond delay="150"/>
                            </p:stCondLst>
                            <p:childTnLst>
                              <p:set>
                                <p:cBhvr>
                                  <p:cTn id="5" dur="1" fill="hold">
                                    <p:stCondLst>
                                      <p:cond delay="0"/>
                                    </p:stCondLst>
                                  </p:cTn>
                                  <p:tgtEl>
                                    <p:spTgt spid="4"/>
                                  </p:tgtEl>
                                  <p:attrNameLst>
                                    <p:attrName>style.visibility</p:attrName>
                                  </p:attrNameLst>
                                </p:cBhvr>
                                <p:to>
                                  <p:strVal val="visible"/>
                                </p:to>
                              </p:set>
                              <p:animEffect transition="in" filter="fade">
                                <p:cBhvr>
                                  <p:cTn id="6" dur="350" fill="hold"/>
                                  <p:tgtEl>
                                    <p:spTgt spid="4"/>
                                  </p:tgtEl>
                                </p:cBhvr>
                              </p:animEffect>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203A32"/>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14F5E6E7-0D79-4940-AB5D-DF446316970E}"/>
              </a:ext>
            </a:extLst>
          </p:cNvPr>
          <p:cNvPicPr>
            <a:picLocks noChangeAspect="1"/>
          </p:cNvPicPr>
          <p:nvPr/>
        </p:nvPicPr>
        <p:blipFill>
          <a:blip r:embed="rId3"/>
          <a:stretch/>
        </p:blipFill>
        <p:spPr>
          <a:xfrm>
            <a:off x="10500188" y="0"/>
            <a:ext cx="3955123" cy="8572500"/>
          </a:xfrm>
          <a:prstGeom prst="rect">
            <a:avLst/>
          </a:prstGeom>
        </p:spPr>
      </p:pic>
      <p:sp>
        <p:nvSpPr>
          <p:cNvPr id="2" name="Les essais ont changé&#10;le prototype">
            <a:extLst>
              <a:ext uri="{FF2B5EF4-FFF2-40B4-BE49-F238E27FC236}">
                <a16:creationId xmlns:a16="http://schemas.microsoft.com/office/drawing/2014/main" id="{70F4CAEF-CEB6-41D1-AFD9-CB62AF6F0605}"/>
              </a:ext>
            </a:extLst>
          </p:cNvPr>
          <p:cNvSpPr>
            <a:spLocks noGrp="1"/>
          </p:cNvSpPr>
          <p:nvPr/>
        </p:nvSpPr>
        <p:spPr>
          <a:xfrm>
            <a:off x="809625" y="714375"/>
            <a:ext cx="8953500" cy="1666875"/>
          </a:xfrm>
          <a:prstGeom prst="rect">
            <a:avLst/>
          </a:prstGeom>
          <a:noFill/>
          <a:ln w="0">
            <a:noFill/>
          </a:ln>
        </p:spPr>
        <p:txBody>
          <a:bodyPr wrap="square" lIns="0" tIns="0" rIns="0" bIns="0" anchor="t">
            <a:noAutofit/>
          </a:bodyPr>
          <a:lstStyle>
            <a:defPPr algn="l">
              <a:defRPr sz="4875" b="0">
                <a:solidFill>
                  <a:srgbClr val="F6F3EE"/>
                </a:solidFill>
                <a:latin typeface="Georgia"/>
                <a:ea typeface="Georgia"/>
                <a:cs typeface="Georgia"/>
              </a:defRPr>
            </a:defPPr>
            <a:lvl1pPr algn="l">
              <a:defRPr sz="4875" b="0">
                <a:solidFill>
                  <a:srgbClr val="F6F3EE"/>
                </a:solidFill>
                <a:latin typeface="Georgia"/>
                <a:ea typeface="Georgia"/>
                <a:cs typeface="Georgia"/>
              </a:defRPr>
            </a:lvl1pPr>
            <a:lvl2pPr algn="l">
              <a:defRPr sz="4875" b="0">
                <a:solidFill>
                  <a:srgbClr val="F6F3EE"/>
                </a:solidFill>
                <a:latin typeface="Georgia"/>
                <a:ea typeface="Georgia"/>
                <a:cs typeface="Georgia"/>
              </a:defRPr>
            </a:lvl2pPr>
            <a:lvl3pPr algn="l">
              <a:defRPr sz="4875" b="0">
                <a:solidFill>
                  <a:srgbClr val="F6F3EE"/>
                </a:solidFill>
                <a:latin typeface="Georgia"/>
                <a:ea typeface="Georgia"/>
                <a:cs typeface="Georgia"/>
              </a:defRPr>
            </a:lvl3pPr>
            <a:lvl4pPr algn="l">
              <a:defRPr sz="4875" b="0">
                <a:solidFill>
                  <a:srgbClr val="F6F3EE"/>
                </a:solidFill>
                <a:latin typeface="Georgia"/>
                <a:ea typeface="Georgia"/>
                <a:cs typeface="Georgia"/>
              </a:defRPr>
            </a:lvl4pPr>
            <a:lvl5pPr algn="l">
              <a:defRPr sz="4875" b="0">
                <a:solidFill>
                  <a:srgbClr val="F6F3EE"/>
                </a:solidFill>
                <a:latin typeface="Georgia"/>
                <a:ea typeface="Georgia"/>
                <a:cs typeface="Georgia"/>
              </a:defRPr>
            </a:lvl5pPr>
            <a:lvl6pPr algn="l">
              <a:defRPr sz="4875" b="0">
                <a:solidFill>
                  <a:srgbClr val="F6F3EE"/>
                </a:solidFill>
                <a:latin typeface="Georgia"/>
                <a:ea typeface="Georgia"/>
                <a:cs typeface="Georgia"/>
              </a:defRPr>
            </a:lvl6pPr>
            <a:lvl7pPr algn="l">
              <a:defRPr sz="4875" b="0">
                <a:solidFill>
                  <a:srgbClr val="F6F3EE"/>
                </a:solidFill>
                <a:latin typeface="Georgia"/>
                <a:ea typeface="Georgia"/>
                <a:cs typeface="Georgia"/>
              </a:defRPr>
            </a:lvl7pPr>
            <a:lvl8pPr algn="l">
              <a:defRPr sz="4875" b="0">
                <a:solidFill>
                  <a:srgbClr val="F6F3EE"/>
                </a:solidFill>
                <a:latin typeface="Georgia"/>
                <a:ea typeface="Georgia"/>
                <a:cs typeface="Georgia"/>
              </a:defRPr>
            </a:lvl8pPr>
            <a:lvl9pPr algn="l">
              <a:defRPr sz="4875" b="0">
                <a:solidFill>
                  <a:srgbClr val="F6F3EE"/>
                </a:solidFill>
                <a:latin typeface="Georgia"/>
                <a:ea typeface="Georgia"/>
                <a:cs typeface="Georgia"/>
              </a:defRPr>
            </a:lvl9pPr>
          </a:lstStyle>
          <a:p>
            <a:pPr algn="l">
              <a:defRPr sz="4875" b="0">
                <a:solidFill>
                  <a:srgbClr val="F6F3EE"/>
                </a:solidFill>
                <a:latin typeface="Georgia"/>
                <a:ea typeface="Georgia"/>
                <a:cs typeface="Georgia"/>
              </a:defRPr>
            </a:pPr>
            <a:r>
              <a:rPr sz="4875" b="0">
                <a:solidFill>
                  <a:srgbClr val="F6F3EE"/>
                </a:solidFill>
                <a:latin typeface="Georgia"/>
                <a:ea typeface="Georgia"/>
                <a:cs typeface="Georgia"/>
              </a:rPr>
              <a:t>Les essais ont changé</a:t>
            </a:r>
          </a:p>
          <a:p>
            <a:pPr algn="l">
              <a:defRPr sz="4875" b="0">
                <a:solidFill>
                  <a:srgbClr val="F6F3EE"/>
                </a:solidFill>
                <a:latin typeface="Georgia"/>
                <a:ea typeface="Georgia"/>
                <a:cs typeface="Georgia"/>
              </a:defRPr>
            </a:pPr>
            <a:r>
              <a:rPr sz="4875" b="0">
                <a:solidFill>
                  <a:srgbClr val="F6F3EE"/>
                </a:solidFill>
                <a:latin typeface="Georgia"/>
                <a:ea typeface="Georgia"/>
                <a:cs typeface="Georgia"/>
              </a:rPr>
              <a:t>le prototype</a:t>
            </a:r>
          </a:p>
        </p:txBody>
      </p:sp>
      <p:sp>
        <p:nvSpPr>
          <p:cNvPr id="3" name="« La limite du zoom ne me laisse&#10;pas lire le contenu">
            <a:extLst>
              <a:ext uri="{FF2B5EF4-FFF2-40B4-BE49-F238E27FC236}">
                <a16:creationId xmlns:a16="http://schemas.microsoft.com/office/drawing/2014/main" id="{853652AD-A59A-47CF-8845-ECE15C2B007C}"/>
              </a:ext>
            </a:extLst>
          </p:cNvPr>
          <p:cNvSpPr>
            <a:spLocks noGrp="1"/>
          </p:cNvSpPr>
          <p:nvPr/>
        </p:nvSpPr>
        <p:spPr>
          <a:xfrm>
            <a:off x="904875" y="3429000"/>
            <a:ext cx="8572500" cy="1571625"/>
          </a:xfrm>
          <a:prstGeom prst="rect">
            <a:avLst/>
          </a:prstGeom>
          <a:noFill/>
          <a:ln w="0">
            <a:noFill/>
          </a:ln>
        </p:spPr>
        <p:txBody>
          <a:bodyPr wrap="square" lIns="0" tIns="0" rIns="0" bIns="0" anchor="t">
            <a:noAutofit/>
          </a:bodyPr>
          <a:lstStyle>
            <a:defPPr algn="l">
              <a:defRPr sz="3525" b="0">
                <a:solidFill>
                  <a:srgbClr val="F6F3EE"/>
                </a:solidFill>
                <a:latin typeface="Arial"/>
                <a:ea typeface="Arial"/>
                <a:cs typeface="Arial"/>
              </a:defRPr>
            </a:defPPr>
            <a:lvl1pPr algn="l">
              <a:defRPr sz="3525" b="0">
                <a:solidFill>
                  <a:srgbClr val="F6F3EE"/>
                </a:solidFill>
                <a:latin typeface="Arial"/>
                <a:ea typeface="Arial"/>
                <a:cs typeface="Arial"/>
              </a:defRPr>
            </a:lvl1pPr>
            <a:lvl2pPr algn="l">
              <a:defRPr sz="3525" b="0">
                <a:solidFill>
                  <a:srgbClr val="F6F3EE"/>
                </a:solidFill>
                <a:latin typeface="Arial"/>
                <a:ea typeface="Arial"/>
                <a:cs typeface="Arial"/>
              </a:defRPr>
            </a:lvl2pPr>
            <a:lvl3pPr algn="l">
              <a:defRPr sz="3525" b="0">
                <a:solidFill>
                  <a:srgbClr val="F6F3EE"/>
                </a:solidFill>
                <a:latin typeface="Arial"/>
                <a:ea typeface="Arial"/>
                <a:cs typeface="Arial"/>
              </a:defRPr>
            </a:lvl3pPr>
            <a:lvl4pPr algn="l">
              <a:defRPr sz="3525" b="0">
                <a:solidFill>
                  <a:srgbClr val="F6F3EE"/>
                </a:solidFill>
                <a:latin typeface="Arial"/>
                <a:ea typeface="Arial"/>
                <a:cs typeface="Arial"/>
              </a:defRPr>
            </a:lvl4pPr>
            <a:lvl5pPr algn="l">
              <a:defRPr sz="3525" b="0">
                <a:solidFill>
                  <a:srgbClr val="F6F3EE"/>
                </a:solidFill>
                <a:latin typeface="Arial"/>
                <a:ea typeface="Arial"/>
                <a:cs typeface="Arial"/>
              </a:defRPr>
            </a:lvl5pPr>
            <a:lvl6pPr algn="l">
              <a:defRPr sz="3525" b="0">
                <a:solidFill>
                  <a:srgbClr val="F6F3EE"/>
                </a:solidFill>
                <a:latin typeface="Arial"/>
                <a:ea typeface="Arial"/>
                <a:cs typeface="Arial"/>
              </a:defRPr>
            </a:lvl6pPr>
            <a:lvl7pPr algn="l">
              <a:defRPr sz="3525" b="0">
                <a:solidFill>
                  <a:srgbClr val="F6F3EE"/>
                </a:solidFill>
                <a:latin typeface="Arial"/>
                <a:ea typeface="Arial"/>
                <a:cs typeface="Arial"/>
              </a:defRPr>
            </a:lvl7pPr>
            <a:lvl8pPr algn="l">
              <a:defRPr sz="3525" b="0">
                <a:solidFill>
                  <a:srgbClr val="F6F3EE"/>
                </a:solidFill>
                <a:latin typeface="Arial"/>
                <a:ea typeface="Arial"/>
                <a:cs typeface="Arial"/>
              </a:defRPr>
            </a:lvl8pPr>
            <a:lvl9pPr algn="l">
              <a:defRPr sz="3525" b="0">
                <a:solidFill>
                  <a:srgbClr val="F6F3EE"/>
                </a:solidFill>
                <a:latin typeface="Arial"/>
                <a:ea typeface="Arial"/>
                <a:cs typeface="Arial"/>
              </a:defRPr>
            </a:lvl9pPr>
          </a:lstStyle>
          <a:p>
            <a:pPr algn="l">
              <a:defRPr sz="3525" b="0">
                <a:solidFill>
                  <a:srgbClr val="F6F3EE"/>
                </a:solidFill>
                <a:latin typeface="Arial"/>
                <a:ea typeface="Arial"/>
                <a:cs typeface="Arial"/>
              </a:defRPr>
            </a:pPr>
            <a:r>
              <a:rPr sz="3525" b="0">
                <a:solidFill>
                  <a:srgbClr val="F6F3EE"/>
                </a:solidFill>
                <a:latin typeface="Arial"/>
                <a:ea typeface="Arial"/>
                <a:cs typeface="Arial"/>
              </a:rPr>
              <a:t>« La limite du zoom ne me laisse</a:t>
            </a:r>
          </a:p>
          <a:p>
            <a:pPr algn="l">
              <a:defRPr sz="3525" b="0">
                <a:solidFill>
                  <a:srgbClr val="F6F3EE"/>
                </a:solidFill>
                <a:latin typeface="Arial"/>
                <a:ea typeface="Arial"/>
                <a:cs typeface="Arial"/>
              </a:defRPr>
            </a:pPr>
            <a:r>
              <a:rPr sz="3525" b="0">
                <a:solidFill>
                  <a:srgbClr val="F6F3EE"/>
                </a:solidFill>
                <a:latin typeface="Arial"/>
                <a:ea typeface="Arial"/>
                <a:cs typeface="Arial"/>
              </a:rPr>
              <a:t>pas lire le contenu du modèle. »</a:t>
            </a:r>
          </a:p>
        </p:txBody>
      </p:sp>
      <p:sp>
        <p:nvSpPr>
          <p:cNvPr id="4" name="Retour utilisateur pendant le développement">
            <a:extLst>
              <a:ext uri="{FF2B5EF4-FFF2-40B4-BE49-F238E27FC236}">
                <a16:creationId xmlns:a16="http://schemas.microsoft.com/office/drawing/2014/main" id="{B06489F9-06BC-4DAB-9099-448493993A43}"/>
              </a:ext>
            </a:extLst>
          </p:cNvPr>
          <p:cNvSpPr>
            <a:spLocks noGrp="1"/>
          </p:cNvSpPr>
          <p:nvPr/>
        </p:nvSpPr>
        <p:spPr>
          <a:xfrm>
            <a:off x="952500" y="5324475"/>
            <a:ext cx="8191500" cy="457200"/>
          </a:xfrm>
          <a:prstGeom prst="rect">
            <a:avLst/>
          </a:prstGeom>
          <a:noFill/>
          <a:ln w="0">
            <a:noFill/>
          </a:ln>
        </p:spPr>
        <p:txBody>
          <a:bodyPr wrap="square" lIns="0" tIns="0" rIns="0" bIns="0" anchor="t">
            <a:noAutofit/>
          </a:bodyPr>
          <a:lstStyle>
            <a:defPPr algn="l">
              <a:defRPr sz="1950" b="1">
                <a:solidFill>
                  <a:srgbClr val="BD9661"/>
                </a:solidFill>
                <a:latin typeface="Arial"/>
                <a:ea typeface="Arial"/>
                <a:cs typeface="Arial"/>
              </a:defRPr>
            </a:defPPr>
            <a:lvl1pPr algn="l">
              <a:defRPr sz="1950" b="1">
                <a:solidFill>
                  <a:srgbClr val="BD9661"/>
                </a:solidFill>
                <a:latin typeface="Arial"/>
                <a:ea typeface="Arial"/>
                <a:cs typeface="Arial"/>
              </a:defRPr>
            </a:lvl1pPr>
            <a:lvl2pPr algn="l">
              <a:defRPr sz="1950" b="1">
                <a:solidFill>
                  <a:srgbClr val="BD9661"/>
                </a:solidFill>
                <a:latin typeface="Arial"/>
                <a:ea typeface="Arial"/>
                <a:cs typeface="Arial"/>
              </a:defRPr>
            </a:lvl2pPr>
            <a:lvl3pPr algn="l">
              <a:defRPr sz="1950" b="1">
                <a:solidFill>
                  <a:srgbClr val="BD9661"/>
                </a:solidFill>
                <a:latin typeface="Arial"/>
                <a:ea typeface="Arial"/>
                <a:cs typeface="Arial"/>
              </a:defRPr>
            </a:lvl3pPr>
            <a:lvl4pPr algn="l">
              <a:defRPr sz="1950" b="1">
                <a:solidFill>
                  <a:srgbClr val="BD9661"/>
                </a:solidFill>
                <a:latin typeface="Arial"/>
                <a:ea typeface="Arial"/>
                <a:cs typeface="Arial"/>
              </a:defRPr>
            </a:lvl4pPr>
            <a:lvl5pPr algn="l">
              <a:defRPr sz="1950" b="1">
                <a:solidFill>
                  <a:srgbClr val="BD9661"/>
                </a:solidFill>
                <a:latin typeface="Arial"/>
                <a:ea typeface="Arial"/>
                <a:cs typeface="Arial"/>
              </a:defRPr>
            </a:lvl5pPr>
            <a:lvl6pPr algn="l">
              <a:defRPr sz="1950" b="1">
                <a:solidFill>
                  <a:srgbClr val="BD9661"/>
                </a:solidFill>
                <a:latin typeface="Arial"/>
                <a:ea typeface="Arial"/>
                <a:cs typeface="Arial"/>
              </a:defRPr>
            </a:lvl6pPr>
            <a:lvl7pPr algn="l">
              <a:defRPr sz="1950" b="1">
                <a:solidFill>
                  <a:srgbClr val="BD9661"/>
                </a:solidFill>
                <a:latin typeface="Arial"/>
                <a:ea typeface="Arial"/>
                <a:cs typeface="Arial"/>
              </a:defRPr>
            </a:lvl7pPr>
            <a:lvl8pPr algn="l">
              <a:defRPr sz="1950" b="1">
                <a:solidFill>
                  <a:srgbClr val="BD9661"/>
                </a:solidFill>
                <a:latin typeface="Arial"/>
                <a:ea typeface="Arial"/>
                <a:cs typeface="Arial"/>
              </a:defRPr>
            </a:lvl8pPr>
            <a:lvl9pPr algn="l">
              <a:defRPr sz="1950" b="1">
                <a:solidFill>
                  <a:srgbClr val="BD9661"/>
                </a:solidFill>
                <a:latin typeface="Arial"/>
                <a:ea typeface="Arial"/>
                <a:cs typeface="Arial"/>
              </a:defRPr>
            </a:lvl9pPr>
          </a:lstStyle>
          <a:p>
            <a:pPr algn="l">
              <a:defRPr sz="1950" b="1">
                <a:solidFill>
                  <a:srgbClr val="BD9661"/>
                </a:solidFill>
                <a:latin typeface="Arial"/>
                <a:ea typeface="Arial"/>
                <a:cs typeface="Arial"/>
              </a:defRPr>
            </a:pPr>
            <a:r>
              <a:rPr sz="1950" b="1">
                <a:solidFill>
                  <a:srgbClr val="BD9661"/>
                </a:solidFill>
                <a:latin typeface="Arial"/>
                <a:ea typeface="Arial"/>
                <a:cs typeface="Arial"/>
              </a:rPr>
              <a:t>Retour utilisateur pendant le développement</a:t>
            </a:r>
          </a:p>
        </p:txBody>
      </p:sp>
      <p:sp>
        <p:nvSpPr>
          <p:cNvPr id="5" name="Le viewer a gagné deux axes de rotation&#10;et un zoom o">
            <a:extLst>
              <a:ext uri="{FF2B5EF4-FFF2-40B4-BE49-F238E27FC236}">
                <a16:creationId xmlns:a16="http://schemas.microsoft.com/office/drawing/2014/main" id="{E5314788-8938-4F98-AEED-2F7D01FDBC7E}"/>
              </a:ext>
            </a:extLst>
          </p:cNvPr>
          <p:cNvSpPr>
            <a:spLocks noGrp="1"/>
          </p:cNvSpPr>
          <p:nvPr/>
        </p:nvSpPr>
        <p:spPr>
          <a:xfrm>
            <a:off x="952500" y="6343650"/>
            <a:ext cx="8667750" cy="1619250"/>
          </a:xfrm>
          <a:prstGeom prst="rect">
            <a:avLst/>
          </a:prstGeom>
          <a:noFill/>
          <a:ln w="0">
            <a:noFill/>
          </a:ln>
        </p:spPr>
        <p:txBody>
          <a:bodyPr wrap="square" lIns="0" tIns="0" rIns="0" bIns="0" anchor="t">
            <a:noAutofit/>
          </a:bodyPr>
          <a:lstStyle>
            <a:defPPr algn="l">
              <a:defRPr sz="2400" b="0">
                <a:solidFill>
                  <a:srgbClr val="DFD5C1"/>
                </a:solidFill>
                <a:latin typeface="Arial"/>
                <a:ea typeface="Arial"/>
                <a:cs typeface="Arial"/>
              </a:defRPr>
            </a:defPPr>
            <a:lvl1pPr algn="l">
              <a:defRPr sz="2400" b="0">
                <a:solidFill>
                  <a:srgbClr val="DFD5C1"/>
                </a:solidFill>
                <a:latin typeface="Arial"/>
                <a:ea typeface="Arial"/>
                <a:cs typeface="Arial"/>
              </a:defRPr>
            </a:lvl1pPr>
            <a:lvl2pPr algn="l">
              <a:defRPr sz="2400" b="0">
                <a:solidFill>
                  <a:srgbClr val="DFD5C1"/>
                </a:solidFill>
                <a:latin typeface="Arial"/>
                <a:ea typeface="Arial"/>
                <a:cs typeface="Arial"/>
              </a:defRPr>
            </a:lvl2pPr>
            <a:lvl3pPr algn="l">
              <a:defRPr sz="2400" b="0">
                <a:solidFill>
                  <a:srgbClr val="DFD5C1"/>
                </a:solidFill>
                <a:latin typeface="Arial"/>
                <a:ea typeface="Arial"/>
                <a:cs typeface="Arial"/>
              </a:defRPr>
            </a:lvl3pPr>
            <a:lvl4pPr algn="l">
              <a:defRPr sz="2400" b="0">
                <a:solidFill>
                  <a:srgbClr val="DFD5C1"/>
                </a:solidFill>
                <a:latin typeface="Arial"/>
                <a:ea typeface="Arial"/>
                <a:cs typeface="Arial"/>
              </a:defRPr>
            </a:lvl4pPr>
            <a:lvl5pPr algn="l">
              <a:defRPr sz="2400" b="0">
                <a:solidFill>
                  <a:srgbClr val="DFD5C1"/>
                </a:solidFill>
                <a:latin typeface="Arial"/>
                <a:ea typeface="Arial"/>
                <a:cs typeface="Arial"/>
              </a:defRPr>
            </a:lvl5pPr>
            <a:lvl6pPr algn="l">
              <a:defRPr sz="2400" b="0">
                <a:solidFill>
                  <a:srgbClr val="DFD5C1"/>
                </a:solidFill>
                <a:latin typeface="Arial"/>
                <a:ea typeface="Arial"/>
                <a:cs typeface="Arial"/>
              </a:defRPr>
            </a:lvl6pPr>
            <a:lvl7pPr algn="l">
              <a:defRPr sz="2400" b="0">
                <a:solidFill>
                  <a:srgbClr val="DFD5C1"/>
                </a:solidFill>
                <a:latin typeface="Arial"/>
                <a:ea typeface="Arial"/>
                <a:cs typeface="Arial"/>
              </a:defRPr>
            </a:lvl7pPr>
            <a:lvl8pPr algn="l">
              <a:defRPr sz="2400" b="0">
                <a:solidFill>
                  <a:srgbClr val="DFD5C1"/>
                </a:solidFill>
                <a:latin typeface="Arial"/>
                <a:ea typeface="Arial"/>
                <a:cs typeface="Arial"/>
              </a:defRPr>
            </a:lvl8pPr>
            <a:lvl9pPr algn="l">
              <a:defRPr sz="2400" b="0">
                <a:solidFill>
                  <a:srgbClr val="DFD5C1"/>
                </a:solidFill>
                <a:latin typeface="Arial"/>
                <a:ea typeface="Arial"/>
                <a:cs typeface="Arial"/>
              </a:defRPr>
            </a:lvl9pPr>
          </a:lstStyle>
          <a:p>
            <a:pPr algn="l">
              <a:defRPr sz="2400" b="0">
                <a:solidFill>
                  <a:srgbClr val="DFD5C1"/>
                </a:solidFill>
                <a:latin typeface="Arial"/>
                <a:ea typeface="Arial"/>
                <a:cs typeface="Arial"/>
              </a:defRPr>
            </a:pPr>
            <a:r>
              <a:rPr sz="2400" b="0">
                <a:solidFill>
                  <a:srgbClr val="DFD5C1"/>
                </a:solidFill>
                <a:latin typeface="Arial"/>
                <a:ea typeface="Arial"/>
                <a:cs typeface="Arial"/>
              </a:rPr>
              <a:t>Le viewer a gagné deux axes de rotation</a:t>
            </a:r>
          </a:p>
          <a:p>
            <a:pPr algn="l">
              <a:defRPr sz="2400" b="0">
                <a:solidFill>
                  <a:srgbClr val="DFD5C1"/>
                </a:solidFill>
                <a:latin typeface="Arial"/>
                <a:ea typeface="Arial"/>
                <a:cs typeface="Arial"/>
              </a:defRPr>
            </a:pPr>
            <a:r>
              <a:rPr sz="2400" b="0">
                <a:solidFill>
                  <a:srgbClr val="DFD5C1"/>
                </a:solidFill>
                <a:latin typeface="Arial"/>
                <a:ea typeface="Arial"/>
                <a:cs typeface="Arial"/>
              </a:rPr>
              <a:t>et un zoom optique plus étendu.</a:t>
            </a:r>
          </a:p>
          <a:p>
            <a:pPr algn="l">
              <a:defRPr sz="2400" b="0">
                <a:solidFill>
                  <a:srgbClr val="DFD5C1"/>
                </a:solidFill>
                <a:latin typeface="Arial"/>
                <a:ea typeface="Arial"/>
                <a:cs typeface="Arial"/>
              </a:defRPr>
            </a:pPr>
            <a:r>
              <a:rPr sz="2400" b="0">
                <a:solidFill>
                  <a:srgbClr val="DFD5C1"/>
                </a:solidFill>
                <a:latin typeface="Arial"/>
                <a:ea typeface="Arial"/>
                <a:cs typeface="Arial"/>
              </a:rPr>
              <a:t>La navigation et la permission caméra ont aussi été corrigées.</a:t>
            </a:r>
          </a:p>
        </p:txBody>
      </p:sp>
      <p:sp>
        <p:nvSpPr>
          <p:cNvPr id="6" name="Capture historique">
            <a:extLst>
              <a:ext uri="{FF2B5EF4-FFF2-40B4-BE49-F238E27FC236}">
                <a16:creationId xmlns:a16="http://schemas.microsoft.com/office/drawing/2014/main" id="{5D8F49A8-FF7D-4E13-B6A2-480FD7CEE7C0}"/>
              </a:ext>
            </a:extLst>
          </p:cNvPr>
          <p:cNvSpPr>
            <a:spLocks noGrp="1"/>
          </p:cNvSpPr>
          <p:nvPr/>
        </p:nvSpPr>
        <p:spPr>
          <a:xfrm>
            <a:off x="10763250" y="8029575"/>
            <a:ext cx="3810000" cy="333375"/>
          </a:xfrm>
          <a:prstGeom prst="rect">
            <a:avLst/>
          </a:prstGeom>
          <a:noFill/>
          <a:ln w="0">
            <a:noFill/>
          </a:ln>
        </p:spPr>
        <p:txBody>
          <a:bodyPr wrap="square" lIns="0" tIns="0" rIns="0" bIns="0" anchor="t">
            <a:noAutofit/>
          </a:bodyPr>
          <a:lstStyle>
            <a:defPPr algn="l">
              <a:defRPr sz="1650" b="0">
                <a:solidFill>
                  <a:srgbClr val="203A32"/>
                </a:solidFill>
                <a:latin typeface="Arial"/>
                <a:ea typeface="Arial"/>
                <a:cs typeface="Arial"/>
              </a:defRPr>
            </a:defPPr>
            <a:lvl1pPr algn="l">
              <a:defRPr sz="1650" b="0">
                <a:solidFill>
                  <a:srgbClr val="203A32"/>
                </a:solidFill>
                <a:latin typeface="Arial"/>
                <a:ea typeface="Arial"/>
                <a:cs typeface="Arial"/>
              </a:defRPr>
            </a:lvl1pPr>
            <a:lvl2pPr algn="l">
              <a:defRPr sz="1650" b="0">
                <a:solidFill>
                  <a:srgbClr val="203A32"/>
                </a:solidFill>
                <a:latin typeface="Arial"/>
                <a:ea typeface="Arial"/>
                <a:cs typeface="Arial"/>
              </a:defRPr>
            </a:lvl2pPr>
            <a:lvl3pPr algn="l">
              <a:defRPr sz="1650" b="0">
                <a:solidFill>
                  <a:srgbClr val="203A32"/>
                </a:solidFill>
                <a:latin typeface="Arial"/>
                <a:ea typeface="Arial"/>
                <a:cs typeface="Arial"/>
              </a:defRPr>
            </a:lvl3pPr>
            <a:lvl4pPr algn="l">
              <a:defRPr sz="1650" b="0">
                <a:solidFill>
                  <a:srgbClr val="203A32"/>
                </a:solidFill>
                <a:latin typeface="Arial"/>
                <a:ea typeface="Arial"/>
                <a:cs typeface="Arial"/>
              </a:defRPr>
            </a:lvl4pPr>
            <a:lvl5pPr algn="l">
              <a:defRPr sz="1650" b="0">
                <a:solidFill>
                  <a:srgbClr val="203A32"/>
                </a:solidFill>
                <a:latin typeface="Arial"/>
                <a:ea typeface="Arial"/>
                <a:cs typeface="Arial"/>
              </a:defRPr>
            </a:lvl5pPr>
            <a:lvl6pPr algn="l">
              <a:defRPr sz="1650" b="0">
                <a:solidFill>
                  <a:srgbClr val="203A32"/>
                </a:solidFill>
                <a:latin typeface="Arial"/>
                <a:ea typeface="Arial"/>
                <a:cs typeface="Arial"/>
              </a:defRPr>
            </a:lvl6pPr>
            <a:lvl7pPr algn="l">
              <a:defRPr sz="1650" b="0">
                <a:solidFill>
                  <a:srgbClr val="203A32"/>
                </a:solidFill>
                <a:latin typeface="Arial"/>
                <a:ea typeface="Arial"/>
                <a:cs typeface="Arial"/>
              </a:defRPr>
            </a:lvl7pPr>
            <a:lvl8pPr algn="l">
              <a:defRPr sz="1650" b="0">
                <a:solidFill>
                  <a:srgbClr val="203A32"/>
                </a:solidFill>
                <a:latin typeface="Arial"/>
                <a:ea typeface="Arial"/>
                <a:cs typeface="Arial"/>
              </a:defRPr>
            </a:lvl8pPr>
            <a:lvl9pPr algn="l">
              <a:defRPr sz="1650" b="0">
                <a:solidFill>
                  <a:srgbClr val="203A32"/>
                </a:solidFill>
                <a:latin typeface="Arial"/>
                <a:ea typeface="Arial"/>
                <a:cs typeface="Arial"/>
              </a:defRPr>
            </a:lvl9pPr>
          </a:lstStyle>
          <a:p>
            <a:pPr algn="l">
              <a:defRPr sz="1650" b="0">
                <a:solidFill>
                  <a:srgbClr val="203A32"/>
                </a:solidFill>
                <a:latin typeface="Arial"/>
                <a:ea typeface="Arial"/>
                <a:cs typeface="Arial"/>
              </a:defRPr>
            </a:pPr>
            <a:r>
              <a:rPr sz="1650" b="0">
                <a:solidFill>
                  <a:srgbClr val="203A32"/>
                </a:solidFill>
                <a:latin typeface="Arial"/>
                <a:ea typeface="Arial"/>
                <a:cs typeface="Arial"/>
              </a:rPr>
              <a:t>Capture historique</a:t>
            </a:r>
          </a:p>
        </p:txBody>
      </p:sp>
    </p:spTree>
    <p:extLst>
      <p:ext uri="{BB962C8B-B14F-4D97-AF65-F5344CB8AC3E}">
        <p14:creationId xmlns:p14="http://schemas.microsoft.com/office/powerpoint/2010/main" val="186494814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0"/>
                      </p:stCondLst>
                      <p:childTnLst>
                        <p:par>
                          <p:cTn id="4" presetID="10" presetClass="entr" presetSubtype="0" fill="hold" nodeType="afterEffect">
                            <p:stCondLst>
                              <p:cond delay="150"/>
                            </p:stCondLst>
                            <p:childTnLst>
                              <p:set>
                                <p:cBhvr>
                                  <p:cTn id="5" dur="1" fill="hold">
                                    <p:stCondLst>
                                      <p:cond delay="0"/>
                                    </p:stCondLst>
                                  </p:cTn>
                                  <p:tgtEl>
                                    <p:spTgt spid="3"/>
                                  </p:tgtEl>
                                  <p:attrNameLst>
                                    <p:attrName>style.visibility</p:attrName>
                                  </p:attrNameLst>
                                </p:cBhvr>
                                <p:to>
                                  <p:strVal val="visible"/>
                                </p:to>
                              </p:set>
                              <p:animEffect transition="in" filter="fade">
                                <p:cBhvr>
                                  <p:cTn id="6" dur="350" fill="hold"/>
                                  <p:tgtEl>
                                    <p:spTgt spid="3"/>
                                  </p:tgtEl>
                                </p:cBhvr>
                              </p:animEffect>
                            </p:childTnLst>
                          </p:cTn>
                        </p:par>
                        <p:par>
                          <p:cTn id="7" presetID="10" presetClass="entr" presetSubtype="0" fill="hold" nodeType="afterEffect">
                            <p:stCondLst>
                              <p:cond delay="450"/>
                            </p:stCondLst>
                            <p:childTnLst>
                              <p:set>
                                <p:cBhvr>
                                  <p:cTn id="8" dur="1" fill="hold">
                                    <p:stCondLst>
                                      <p:cond delay="0"/>
                                    </p:stCondLst>
                                  </p:cTn>
                                  <p:tgtEl>
                                    <p:spTgt spid="5"/>
                                  </p:tgtEl>
                                  <p:attrNameLst>
                                    <p:attrName>style.visibility</p:attrName>
                                  </p:attrNameLst>
                                </p:cBhvr>
                                <p:to>
                                  <p:strVal val="visible"/>
                                </p:to>
                              </p:set>
                              <p:animEffect transition="in" filter="fade">
                                <p:cBhvr>
                                  <p:cTn id="9" dur="350" fill="hold"/>
                                  <p:tgtEl>
                                    <p:spTgt spid="5"/>
                                  </p:tgtEl>
                                </p:cBhvr>
                              </p:animEffect>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6F3EE"/>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65CBC79A-8FBB-49D6-955A-FBAEDC0C60EE}"/>
              </a:ext>
            </a:extLst>
          </p:cNvPr>
          <p:cNvPicPr>
            <a:picLocks noChangeAspect="1"/>
          </p:cNvPicPr>
          <p:nvPr/>
        </p:nvPicPr>
        <p:blipFill>
          <a:blip r:embed="rId3"/>
          <a:stretch/>
        </p:blipFill>
        <p:spPr>
          <a:xfrm>
            <a:off x="10382250" y="2000250"/>
            <a:ext cx="4095750" cy="4095750"/>
          </a:xfrm>
          <a:prstGeom prst="rect">
            <a:avLst/>
          </a:prstGeom>
        </p:spPr>
      </p:pic>
      <p:sp>
        <p:nvSpPr>
          <p:cNvPr id="2" name="Ce que nous pouvons montrer">
            <a:extLst>
              <a:ext uri="{FF2B5EF4-FFF2-40B4-BE49-F238E27FC236}">
                <a16:creationId xmlns:a16="http://schemas.microsoft.com/office/drawing/2014/main" id="{0BDAC99D-4CC3-48F5-BAC4-36D18207354C}"/>
              </a:ext>
            </a:extLst>
          </p:cNvPr>
          <p:cNvSpPr>
            <a:spLocks noGrp="1"/>
          </p:cNvSpPr>
          <p:nvPr/>
        </p:nvSpPr>
        <p:spPr>
          <a:xfrm>
            <a:off x="809625" y="714375"/>
            <a:ext cx="13335000" cy="952500"/>
          </a:xfrm>
          <a:prstGeom prst="rect">
            <a:avLst/>
          </a:prstGeom>
          <a:noFill/>
          <a:ln w="0">
            <a:noFill/>
          </a:ln>
        </p:spPr>
        <p:txBody>
          <a:bodyPr wrap="square" lIns="0" tIns="0" rIns="0" bIns="0" anchor="t">
            <a:noAutofit/>
          </a:bodyPr>
          <a:lstStyle>
            <a:defPPr algn="l">
              <a:defRPr sz="4500" b="0">
                <a:solidFill>
                  <a:srgbClr val="203A32"/>
                </a:solidFill>
                <a:latin typeface="Georgia"/>
                <a:ea typeface="Georgia"/>
                <a:cs typeface="Georgia"/>
              </a:defRPr>
            </a:defPPr>
            <a:lvl1pPr algn="l">
              <a:defRPr sz="4500" b="0">
                <a:solidFill>
                  <a:srgbClr val="203A32"/>
                </a:solidFill>
                <a:latin typeface="Georgia"/>
                <a:ea typeface="Georgia"/>
                <a:cs typeface="Georgia"/>
              </a:defRPr>
            </a:lvl1pPr>
            <a:lvl2pPr algn="l">
              <a:defRPr sz="4500" b="0">
                <a:solidFill>
                  <a:srgbClr val="203A32"/>
                </a:solidFill>
                <a:latin typeface="Georgia"/>
                <a:ea typeface="Georgia"/>
                <a:cs typeface="Georgia"/>
              </a:defRPr>
            </a:lvl2pPr>
            <a:lvl3pPr algn="l">
              <a:defRPr sz="4500" b="0">
                <a:solidFill>
                  <a:srgbClr val="203A32"/>
                </a:solidFill>
                <a:latin typeface="Georgia"/>
                <a:ea typeface="Georgia"/>
                <a:cs typeface="Georgia"/>
              </a:defRPr>
            </a:lvl3pPr>
            <a:lvl4pPr algn="l">
              <a:defRPr sz="4500" b="0">
                <a:solidFill>
                  <a:srgbClr val="203A32"/>
                </a:solidFill>
                <a:latin typeface="Georgia"/>
                <a:ea typeface="Georgia"/>
                <a:cs typeface="Georgia"/>
              </a:defRPr>
            </a:lvl4pPr>
            <a:lvl5pPr algn="l">
              <a:defRPr sz="4500" b="0">
                <a:solidFill>
                  <a:srgbClr val="203A32"/>
                </a:solidFill>
                <a:latin typeface="Georgia"/>
                <a:ea typeface="Georgia"/>
                <a:cs typeface="Georgia"/>
              </a:defRPr>
            </a:lvl5pPr>
            <a:lvl6pPr algn="l">
              <a:defRPr sz="4500" b="0">
                <a:solidFill>
                  <a:srgbClr val="203A32"/>
                </a:solidFill>
                <a:latin typeface="Georgia"/>
                <a:ea typeface="Georgia"/>
                <a:cs typeface="Georgia"/>
              </a:defRPr>
            </a:lvl6pPr>
            <a:lvl7pPr algn="l">
              <a:defRPr sz="4500" b="0">
                <a:solidFill>
                  <a:srgbClr val="203A32"/>
                </a:solidFill>
                <a:latin typeface="Georgia"/>
                <a:ea typeface="Georgia"/>
                <a:cs typeface="Georgia"/>
              </a:defRPr>
            </a:lvl7pPr>
            <a:lvl8pPr algn="l">
              <a:defRPr sz="4500" b="0">
                <a:solidFill>
                  <a:srgbClr val="203A32"/>
                </a:solidFill>
                <a:latin typeface="Georgia"/>
                <a:ea typeface="Georgia"/>
                <a:cs typeface="Georgia"/>
              </a:defRPr>
            </a:lvl8pPr>
            <a:lvl9pPr algn="l">
              <a:defRPr sz="4500" b="0">
                <a:solidFill>
                  <a:srgbClr val="203A32"/>
                </a:solidFill>
                <a:latin typeface="Georgia"/>
                <a:ea typeface="Georgia"/>
                <a:cs typeface="Georgia"/>
              </a:defRPr>
            </a:lvl9pPr>
          </a:lstStyle>
          <a:p>
            <a:pPr algn="l">
              <a:defRPr sz="4500" b="0">
                <a:solidFill>
                  <a:srgbClr val="203A32"/>
                </a:solidFill>
                <a:latin typeface="Georgia"/>
                <a:ea typeface="Georgia"/>
                <a:cs typeface="Georgia"/>
              </a:defRPr>
            </a:pPr>
            <a:r>
              <a:rPr sz="4500" b="0">
                <a:solidFill>
                  <a:srgbClr val="203A32"/>
                </a:solidFill>
                <a:latin typeface="Georgia"/>
                <a:ea typeface="Georgia"/>
                <a:cs typeface="Georgia"/>
              </a:rPr>
              <a:t>Ce que nous pouvons montrer</a:t>
            </a:r>
          </a:p>
        </p:txBody>
      </p:sp>
      <p:sp>
        <p:nvSpPr>
          <p:cNvPr id="3" name="0 erreur">
            <a:extLst>
              <a:ext uri="{FF2B5EF4-FFF2-40B4-BE49-F238E27FC236}">
                <a16:creationId xmlns:a16="http://schemas.microsoft.com/office/drawing/2014/main" id="{320FBD81-61E7-49C3-ABCA-E33029A4F134}"/>
              </a:ext>
            </a:extLst>
          </p:cNvPr>
          <p:cNvSpPr>
            <a:spLocks noGrp="1"/>
          </p:cNvSpPr>
          <p:nvPr/>
        </p:nvSpPr>
        <p:spPr>
          <a:xfrm>
            <a:off x="857250" y="2476500"/>
            <a:ext cx="8953500" cy="1390650"/>
          </a:xfrm>
          <a:prstGeom prst="rect">
            <a:avLst/>
          </a:prstGeom>
          <a:noFill/>
          <a:ln w="0">
            <a:noFill/>
          </a:ln>
        </p:spPr>
        <p:txBody>
          <a:bodyPr wrap="square" lIns="0" tIns="0" rIns="0" bIns="0" anchor="t">
            <a:noAutofit/>
          </a:bodyPr>
          <a:lstStyle>
            <a:defPPr algn="l">
              <a:defRPr sz="7875" b="1">
                <a:solidFill>
                  <a:srgbClr val="BD9661"/>
                </a:solidFill>
                <a:latin typeface="Arial"/>
                <a:ea typeface="Arial"/>
                <a:cs typeface="Arial"/>
              </a:defRPr>
            </a:defPPr>
            <a:lvl1pPr algn="l">
              <a:defRPr sz="7875" b="1">
                <a:solidFill>
                  <a:srgbClr val="BD9661"/>
                </a:solidFill>
                <a:latin typeface="Arial"/>
                <a:ea typeface="Arial"/>
                <a:cs typeface="Arial"/>
              </a:defRPr>
            </a:lvl1pPr>
            <a:lvl2pPr algn="l">
              <a:defRPr sz="7875" b="1">
                <a:solidFill>
                  <a:srgbClr val="BD9661"/>
                </a:solidFill>
                <a:latin typeface="Arial"/>
                <a:ea typeface="Arial"/>
                <a:cs typeface="Arial"/>
              </a:defRPr>
            </a:lvl2pPr>
            <a:lvl3pPr algn="l">
              <a:defRPr sz="7875" b="1">
                <a:solidFill>
                  <a:srgbClr val="BD9661"/>
                </a:solidFill>
                <a:latin typeface="Arial"/>
                <a:ea typeface="Arial"/>
                <a:cs typeface="Arial"/>
              </a:defRPr>
            </a:lvl3pPr>
            <a:lvl4pPr algn="l">
              <a:defRPr sz="7875" b="1">
                <a:solidFill>
                  <a:srgbClr val="BD9661"/>
                </a:solidFill>
                <a:latin typeface="Arial"/>
                <a:ea typeface="Arial"/>
                <a:cs typeface="Arial"/>
              </a:defRPr>
            </a:lvl4pPr>
            <a:lvl5pPr algn="l">
              <a:defRPr sz="7875" b="1">
                <a:solidFill>
                  <a:srgbClr val="BD9661"/>
                </a:solidFill>
                <a:latin typeface="Arial"/>
                <a:ea typeface="Arial"/>
                <a:cs typeface="Arial"/>
              </a:defRPr>
            </a:lvl5pPr>
            <a:lvl6pPr algn="l">
              <a:defRPr sz="7875" b="1">
                <a:solidFill>
                  <a:srgbClr val="BD9661"/>
                </a:solidFill>
                <a:latin typeface="Arial"/>
                <a:ea typeface="Arial"/>
                <a:cs typeface="Arial"/>
              </a:defRPr>
            </a:lvl6pPr>
            <a:lvl7pPr algn="l">
              <a:defRPr sz="7875" b="1">
                <a:solidFill>
                  <a:srgbClr val="BD9661"/>
                </a:solidFill>
                <a:latin typeface="Arial"/>
                <a:ea typeface="Arial"/>
                <a:cs typeface="Arial"/>
              </a:defRPr>
            </a:lvl7pPr>
            <a:lvl8pPr algn="l">
              <a:defRPr sz="7875" b="1">
                <a:solidFill>
                  <a:srgbClr val="BD9661"/>
                </a:solidFill>
                <a:latin typeface="Arial"/>
                <a:ea typeface="Arial"/>
                <a:cs typeface="Arial"/>
              </a:defRPr>
            </a:lvl8pPr>
            <a:lvl9pPr algn="l">
              <a:defRPr sz="7875" b="1">
                <a:solidFill>
                  <a:srgbClr val="BD9661"/>
                </a:solidFill>
                <a:latin typeface="Arial"/>
                <a:ea typeface="Arial"/>
                <a:cs typeface="Arial"/>
              </a:defRPr>
            </a:lvl9pPr>
          </a:lstStyle>
          <a:p>
            <a:pPr algn="l">
              <a:defRPr sz="7875" b="1">
                <a:solidFill>
                  <a:srgbClr val="BD9661"/>
                </a:solidFill>
                <a:latin typeface="Arial"/>
                <a:ea typeface="Arial"/>
                <a:cs typeface="Arial"/>
              </a:defRPr>
            </a:pPr>
            <a:r>
              <a:rPr sz="7875" b="1">
                <a:solidFill>
                  <a:srgbClr val="BD9661"/>
                </a:solidFill>
                <a:latin typeface="Arial"/>
                <a:ea typeface="Arial"/>
                <a:cs typeface="Arial"/>
              </a:rPr>
              <a:t>0 erreur</a:t>
            </a:r>
          </a:p>
        </p:txBody>
      </p:sp>
      <p:sp>
        <p:nvSpPr>
          <p:cNvPr id="4" name="à l’export Unity et à la compilation Xcode du build ">
            <a:extLst>
              <a:ext uri="{FF2B5EF4-FFF2-40B4-BE49-F238E27FC236}">
                <a16:creationId xmlns:a16="http://schemas.microsoft.com/office/drawing/2014/main" id="{F614D561-0F4E-4B14-A5E6-5A95DF116165}"/>
              </a:ext>
            </a:extLst>
          </p:cNvPr>
          <p:cNvSpPr>
            <a:spLocks noGrp="1"/>
          </p:cNvSpPr>
          <p:nvPr/>
        </p:nvSpPr>
        <p:spPr>
          <a:xfrm>
            <a:off x="904875" y="4076700"/>
            <a:ext cx="8667750" cy="1009650"/>
          </a:xfrm>
          <a:prstGeom prst="rect">
            <a:avLst/>
          </a:prstGeom>
          <a:noFill/>
          <a:ln w="0">
            <a:noFill/>
          </a:ln>
        </p:spPr>
        <p:txBody>
          <a:bodyPr wrap="square" lIns="0" tIns="0" rIns="0" bIns="0" anchor="t">
            <a:noAutofit/>
          </a:bodyPr>
          <a:lstStyle>
            <a:defPPr algn="l">
              <a:defRPr sz="2700" b="0">
                <a:solidFill>
                  <a:srgbClr val="203A32"/>
                </a:solidFill>
                <a:latin typeface="Arial"/>
                <a:ea typeface="Arial"/>
                <a:cs typeface="Arial"/>
              </a:defRPr>
            </a:defPPr>
            <a:lvl1pPr algn="l">
              <a:defRPr sz="2700" b="0">
                <a:solidFill>
                  <a:srgbClr val="203A32"/>
                </a:solidFill>
                <a:latin typeface="Arial"/>
                <a:ea typeface="Arial"/>
                <a:cs typeface="Arial"/>
              </a:defRPr>
            </a:lvl1pPr>
            <a:lvl2pPr algn="l">
              <a:defRPr sz="2700" b="0">
                <a:solidFill>
                  <a:srgbClr val="203A32"/>
                </a:solidFill>
                <a:latin typeface="Arial"/>
                <a:ea typeface="Arial"/>
                <a:cs typeface="Arial"/>
              </a:defRPr>
            </a:lvl2pPr>
            <a:lvl3pPr algn="l">
              <a:defRPr sz="2700" b="0">
                <a:solidFill>
                  <a:srgbClr val="203A32"/>
                </a:solidFill>
                <a:latin typeface="Arial"/>
                <a:ea typeface="Arial"/>
                <a:cs typeface="Arial"/>
              </a:defRPr>
            </a:lvl3pPr>
            <a:lvl4pPr algn="l">
              <a:defRPr sz="2700" b="0">
                <a:solidFill>
                  <a:srgbClr val="203A32"/>
                </a:solidFill>
                <a:latin typeface="Arial"/>
                <a:ea typeface="Arial"/>
                <a:cs typeface="Arial"/>
              </a:defRPr>
            </a:lvl4pPr>
            <a:lvl5pPr algn="l">
              <a:defRPr sz="2700" b="0">
                <a:solidFill>
                  <a:srgbClr val="203A32"/>
                </a:solidFill>
                <a:latin typeface="Arial"/>
                <a:ea typeface="Arial"/>
                <a:cs typeface="Arial"/>
              </a:defRPr>
            </a:lvl5pPr>
            <a:lvl6pPr algn="l">
              <a:defRPr sz="2700" b="0">
                <a:solidFill>
                  <a:srgbClr val="203A32"/>
                </a:solidFill>
                <a:latin typeface="Arial"/>
                <a:ea typeface="Arial"/>
                <a:cs typeface="Arial"/>
              </a:defRPr>
            </a:lvl6pPr>
            <a:lvl7pPr algn="l">
              <a:defRPr sz="2700" b="0">
                <a:solidFill>
                  <a:srgbClr val="203A32"/>
                </a:solidFill>
                <a:latin typeface="Arial"/>
                <a:ea typeface="Arial"/>
                <a:cs typeface="Arial"/>
              </a:defRPr>
            </a:lvl7pPr>
            <a:lvl8pPr algn="l">
              <a:defRPr sz="2700" b="0">
                <a:solidFill>
                  <a:srgbClr val="203A32"/>
                </a:solidFill>
                <a:latin typeface="Arial"/>
                <a:ea typeface="Arial"/>
                <a:cs typeface="Arial"/>
              </a:defRPr>
            </a:lvl8pPr>
            <a:lvl9pPr algn="l">
              <a:defRPr sz="2700" b="0">
                <a:solidFill>
                  <a:srgbClr val="203A32"/>
                </a:solidFill>
                <a:latin typeface="Arial"/>
                <a:ea typeface="Arial"/>
                <a:cs typeface="Arial"/>
              </a:defRPr>
            </a:lvl9pPr>
          </a:lstStyle>
          <a:p>
            <a:pPr algn="l">
              <a:defRPr sz="2700" b="0">
                <a:solidFill>
                  <a:srgbClr val="203A32"/>
                </a:solidFill>
                <a:latin typeface="Arial"/>
                <a:ea typeface="Arial"/>
                <a:cs typeface="Arial"/>
              </a:defRPr>
            </a:pPr>
            <a:r>
              <a:rPr sz="2700" b="0">
                <a:solidFill>
                  <a:srgbClr val="203A32"/>
                </a:solidFill>
                <a:latin typeface="Arial"/>
                <a:ea typeface="Arial"/>
                <a:cs typeface="Arial"/>
              </a:rPr>
              <a:t>à l’export Unity et à la compilation Xcode du build 6.</a:t>
            </a:r>
          </a:p>
        </p:txBody>
      </p:sp>
      <p:sp>
        <p:nvSpPr>
          <p:cNvPr id="5" name="Les sous-titres et les quiz ont reçu&#10;un retour utili">
            <a:extLst>
              <a:ext uri="{FF2B5EF4-FFF2-40B4-BE49-F238E27FC236}">
                <a16:creationId xmlns:a16="http://schemas.microsoft.com/office/drawing/2014/main" id="{8CBB32B8-233F-4B7D-B896-7757505789EB}"/>
              </a:ext>
            </a:extLst>
          </p:cNvPr>
          <p:cNvSpPr>
            <a:spLocks noGrp="1"/>
          </p:cNvSpPr>
          <p:nvPr/>
        </p:nvSpPr>
        <p:spPr>
          <a:xfrm>
            <a:off x="904875" y="5619750"/>
            <a:ext cx="8953500" cy="1095375"/>
          </a:xfrm>
          <a:prstGeom prst="rect">
            <a:avLst/>
          </a:prstGeom>
          <a:noFill/>
          <a:ln w="0">
            <a:noFill/>
          </a:ln>
        </p:spPr>
        <p:txBody>
          <a:bodyPr wrap="square" lIns="0" tIns="0" rIns="0" bIns="0" anchor="t">
            <a:noAutofit/>
          </a:bodyPr>
          <a:lstStyle>
            <a:defPPr algn="l">
              <a:defRPr sz="2550" b="0">
                <a:solidFill>
                  <a:srgbClr val="203A32"/>
                </a:solidFill>
                <a:latin typeface="Arial"/>
                <a:ea typeface="Arial"/>
                <a:cs typeface="Arial"/>
              </a:defRPr>
            </a:defPPr>
            <a:lvl1pPr algn="l">
              <a:defRPr sz="2550" b="0">
                <a:solidFill>
                  <a:srgbClr val="203A32"/>
                </a:solidFill>
                <a:latin typeface="Arial"/>
                <a:ea typeface="Arial"/>
                <a:cs typeface="Arial"/>
              </a:defRPr>
            </a:lvl1pPr>
            <a:lvl2pPr algn="l">
              <a:defRPr sz="2550" b="0">
                <a:solidFill>
                  <a:srgbClr val="203A32"/>
                </a:solidFill>
                <a:latin typeface="Arial"/>
                <a:ea typeface="Arial"/>
                <a:cs typeface="Arial"/>
              </a:defRPr>
            </a:lvl2pPr>
            <a:lvl3pPr algn="l">
              <a:defRPr sz="2550" b="0">
                <a:solidFill>
                  <a:srgbClr val="203A32"/>
                </a:solidFill>
                <a:latin typeface="Arial"/>
                <a:ea typeface="Arial"/>
                <a:cs typeface="Arial"/>
              </a:defRPr>
            </a:lvl3pPr>
            <a:lvl4pPr algn="l">
              <a:defRPr sz="2550" b="0">
                <a:solidFill>
                  <a:srgbClr val="203A32"/>
                </a:solidFill>
                <a:latin typeface="Arial"/>
                <a:ea typeface="Arial"/>
                <a:cs typeface="Arial"/>
              </a:defRPr>
            </a:lvl4pPr>
            <a:lvl5pPr algn="l">
              <a:defRPr sz="2550" b="0">
                <a:solidFill>
                  <a:srgbClr val="203A32"/>
                </a:solidFill>
                <a:latin typeface="Arial"/>
                <a:ea typeface="Arial"/>
                <a:cs typeface="Arial"/>
              </a:defRPr>
            </a:lvl5pPr>
            <a:lvl6pPr algn="l">
              <a:defRPr sz="2550" b="0">
                <a:solidFill>
                  <a:srgbClr val="203A32"/>
                </a:solidFill>
                <a:latin typeface="Arial"/>
                <a:ea typeface="Arial"/>
                <a:cs typeface="Arial"/>
              </a:defRPr>
            </a:lvl6pPr>
            <a:lvl7pPr algn="l">
              <a:defRPr sz="2550" b="0">
                <a:solidFill>
                  <a:srgbClr val="203A32"/>
                </a:solidFill>
                <a:latin typeface="Arial"/>
                <a:ea typeface="Arial"/>
                <a:cs typeface="Arial"/>
              </a:defRPr>
            </a:lvl7pPr>
            <a:lvl8pPr algn="l">
              <a:defRPr sz="2550" b="0">
                <a:solidFill>
                  <a:srgbClr val="203A32"/>
                </a:solidFill>
                <a:latin typeface="Arial"/>
                <a:ea typeface="Arial"/>
                <a:cs typeface="Arial"/>
              </a:defRPr>
            </a:lvl8pPr>
            <a:lvl9pPr algn="l">
              <a:defRPr sz="2550" b="0">
                <a:solidFill>
                  <a:srgbClr val="203A32"/>
                </a:solidFill>
                <a:latin typeface="Arial"/>
                <a:ea typeface="Arial"/>
                <a:cs typeface="Arial"/>
              </a:defRPr>
            </a:lvl9pPr>
          </a:lstStyle>
          <a:p>
            <a:pPr algn="l">
              <a:defRPr sz="2550" b="0">
                <a:solidFill>
                  <a:srgbClr val="203A32"/>
                </a:solidFill>
                <a:latin typeface="Arial"/>
                <a:ea typeface="Arial"/>
                <a:cs typeface="Arial"/>
              </a:defRPr>
            </a:pPr>
            <a:r>
              <a:rPr sz="2550" b="0">
                <a:solidFill>
                  <a:srgbClr val="203A32"/>
                </a:solidFill>
                <a:latin typeface="Arial"/>
                <a:ea typeface="Arial"/>
                <a:cs typeface="Arial"/>
              </a:rPr>
              <a:t>Les sous-titres et les quiz ont reçu</a:t>
            </a:r>
          </a:p>
          <a:p>
            <a:pPr algn="l">
              <a:defRPr sz="2550" b="0">
                <a:solidFill>
                  <a:srgbClr val="203A32"/>
                </a:solidFill>
                <a:latin typeface="Arial"/>
                <a:ea typeface="Arial"/>
                <a:cs typeface="Arial"/>
              </a:defRPr>
            </a:pPr>
            <a:r>
              <a:rPr sz="2550" b="0">
                <a:solidFill>
                  <a:srgbClr val="203A32"/>
                </a:solidFill>
                <a:latin typeface="Arial"/>
                <a:ea typeface="Arial"/>
                <a:cs typeface="Arial"/>
              </a:rPr>
              <a:t>un retour utilisateur global positif.</a:t>
            </a:r>
          </a:p>
        </p:txBody>
      </p:sp>
      <p:sp>
        <p:nvSpPr>
          <p:cNvPr id="6" name="La dernière livraison audio/branding reste à confirm">
            <a:extLst>
              <a:ext uri="{FF2B5EF4-FFF2-40B4-BE49-F238E27FC236}">
                <a16:creationId xmlns:a16="http://schemas.microsoft.com/office/drawing/2014/main" id="{DA5E8763-D71E-469F-B4F8-4CDAF6684309}"/>
              </a:ext>
            </a:extLst>
          </p:cNvPr>
          <p:cNvSpPr>
            <a:spLocks noGrp="1"/>
          </p:cNvSpPr>
          <p:nvPr/>
        </p:nvSpPr>
        <p:spPr>
          <a:xfrm>
            <a:off x="904875" y="7334250"/>
            <a:ext cx="13239750" cy="1000125"/>
          </a:xfrm>
          <a:prstGeom prst="rect">
            <a:avLst/>
          </a:prstGeom>
          <a:noFill/>
          <a:ln w="0">
            <a:noFill/>
          </a:ln>
        </p:spPr>
        <p:txBody>
          <a:bodyPr wrap="square" lIns="0" tIns="0" rIns="0" bIns="0" anchor="t">
            <a:noAutofit/>
          </a:bodyPr>
          <a:lstStyle>
            <a:defPPr algn="l">
              <a:defRPr sz="2175" b="0">
                <a:solidFill>
                  <a:srgbClr val="637169"/>
                </a:solidFill>
                <a:latin typeface="Arial"/>
                <a:ea typeface="Arial"/>
                <a:cs typeface="Arial"/>
              </a:defRPr>
            </a:defPPr>
            <a:lvl1pPr algn="l">
              <a:defRPr sz="2175" b="0">
                <a:solidFill>
                  <a:srgbClr val="637169"/>
                </a:solidFill>
                <a:latin typeface="Arial"/>
                <a:ea typeface="Arial"/>
                <a:cs typeface="Arial"/>
              </a:defRPr>
            </a:lvl1pPr>
            <a:lvl2pPr algn="l">
              <a:defRPr sz="2175" b="0">
                <a:solidFill>
                  <a:srgbClr val="637169"/>
                </a:solidFill>
                <a:latin typeface="Arial"/>
                <a:ea typeface="Arial"/>
                <a:cs typeface="Arial"/>
              </a:defRPr>
            </a:lvl2pPr>
            <a:lvl3pPr algn="l">
              <a:defRPr sz="2175" b="0">
                <a:solidFill>
                  <a:srgbClr val="637169"/>
                </a:solidFill>
                <a:latin typeface="Arial"/>
                <a:ea typeface="Arial"/>
                <a:cs typeface="Arial"/>
              </a:defRPr>
            </a:lvl3pPr>
            <a:lvl4pPr algn="l">
              <a:defRPr sz="2175" b="0">
                <a:solidFill>
                  <a:srgbClr val="637169"/>
                </a:solidFill>
                <a:latin typeface="Arial"/>
                <a:ea typeface="Arial"/>
                <a:cs typeface="Arial"/>
              </a:defRPr>
            </a:lvl4pPr>
            <a:lvl5pPr algn="l">
              <a:defRPr sz="2175" b="0">
                <a:solidFill>
                  <a:srgbClr val="637169"/>
                </a:solidFill>
                <a:latin typeface="Arial"/>
                <a:ea typeface="Arial"/>
                <a:cs typeface="Arial"/>
              </a:defRPr>
            </a:lvl5pPr>
            <a:lvl6pPr algn="l">
              <a:defRPr sz="2175" b="0">
                <a:solidFill>
                  <a:srgbClr val="637169"/>
                </a:solidFill>
                <a:latin typeface="Arial"/>
                <a:ea typeface="Arial"/>
                <a:cs typeface="Arial"/>
              </a:defRPr>
            </a:lvl6pPr>
            <a:lvl7pPr algn="l">
              <a:defRPr sz="2175" b="0">
                <a:solidFill>
                  <a:srgbClr val="637169"/>
                </a:solidFill>
                <a:latin typeface="Arial"/>
                <a:ea typeface="Arial"/>
                <a:cs typeface="Arial"/>
              </a:defRPr>
            </a:lvl7pPr>
            <a:lvl8pPr algn="l">
              <a:defRPr sz="2175" b="0">
                <a:solidFill>
                  <a:srgbClr val="637169"/>
                </a:solidFill>
                <a:latin typeface="Arial"/>
                <a:ea typeface="Arial"/>
                <a:cs typeface="Arial"/>
              </a:defRPr>
            </a:lvl8pPr>
            <a:lvl9pPr algn="l">
              <a:defRPr sz="2175" b="0">
                <a:solidFill>
                  <a:srgbClr val="637169"/>
                </a:solidFill>
                <a:latin typeface="Arial"/>
                <a:ea typeface="Arial"/>
                <a:cs typeface="Arial"/>
              </a:defRPr>
            </a:lvl9pPr>
          </a:lstStyle>
          <a:p>
            <a:pPr algn="l">
              <a:defRPr sz="2175" b="0">
                <a:solidFill>
                  <a:srgbClr val="637169"/>
                </a:solidFill>
                <a:latin typeface="Arial"/>
                <a:ea typeface="Arial"/>
                <a:cs typeface="Arial"/>
              </a:defRPr>
            </a:pPr>
            <a:r>
              <a:rPr sz="2175" b="0">
                <a:solidFill>
                  <a:srgbClr val="637169"/>
                </a:solidFill>
                <a:latin typeface="Arial"/>
                <a:ea typeface="Arial"/>
                <a:cs typeface="Arial"/>
              </a:rPr>
              <a:t>La dernière livraison audio/branding reste à confirmer sur iPhone.</a:t>
            </a:r>
          </a:p>
          <a:p>
            <a:pPr algn="l">
              <a:defRPr sz="2175" b="0">
                <a:solidFill>
                  <a:srgbClr val="637169"/>
                </a:solidFill>
                <a:latin typeface="Arial"/>
                <a:ea typeface="Arial"/>
                <a:cs typeface="Arial"/>
              </a:defRPr>
            </a:pPr>
            <a:r>
              <a:rPr sz="2175" b="0">
                <a:solidFill>
                  <a:srgbClr val="637169"/>
                </a:solidFill>
                <a:latin typeface="Arial"/>
                <a:ea typeface="Arial"/>
                <a:cs typeface="Arial"/>
              </a:rPr>
              <a:t>Reconnaissance, FPS et satisfaction : objectifs à mesurer.</a:t>
            </a:r>
          </a:p>
        </p:txBody>
      </p:sp>
    </p:spTree>
    <p:extLst>
      <p:ext uri="{BB962C8B-B14F-4D97-AF65-F5344CB8AC3E}">
        <p14:creationId xmlns:p14="http://schemas.microsoft.com/office/powerpoint/2010/main" val="180568839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0"/>
                      </p:stCondLst>
                      <p:childTnLst>
                        <p:par>
                          <p:cTn id="4" presetID="10" presetClass="entr" presetSubtype="0" fill="hold" nodeType="afterEffect">
                            <p:stCondLst>
                              <p:cond delay="150"/>
                            </p:stCondLst>
                            <p:childTnLst>
                              <p:set>
                                <p:cBhvr>
                                  <p:cTn id="5" dur="1" fill="hold">
                                    <p:stCondLst>
                                      <p:cond delay="0"/>
                                    </p:stCondLst>
                                  </p:cTn>
                                  <p:tgtEl>
                                    <p:spTgt spid="3"/>
                                  </p:tgtEl>
                                  <p:attrNameLst>
                                    <p:attrName>style.visibility</p:attrName>
                                  </p:attrNameLst>
                                </p:cBhvr>
                                <p:to>
                                  <p:strVal val="visible"/>
                                </p:to>
                              </p:set>
                              <p:animEffect transition="in" filter="fade">
                                <p:cBhvr>
                                  <p:cTn id="6" dur="350" fill="hold"/>
                                  <p:tgtEl>
                                    <p:spTgt spid="3"/>
                                  </p:tgtEl>
                                </p:cBhvr>
                              </p:animEffect>
                            </p:childTnLst>
                          </p:cTn>
                        </p:par>
                        <p:par>
                          <p:cTn id="7" presetID="10" presetClass="entr" presetSubtype="0" fill="hold" nodeType="afterEffect">
                            <p:stCondLst>
                              <p:cond delay="450"/>
                            </p:stCondLst>
                            <p:childTnLst>
                              <p:set>
                                <p:cBhvr>
                                  <p:cTn id="8" dur="1" fill="hold">
                                    <p:stCondLst>
                                      <p:cond delay="0"/>
                                    </p:stCondLst>
                                  </p:cTn>
                                  <p:tgtEl>
                                    <p:spTgt spid="4"/>
                                  </p:tgtEl>
                                  <p:attrNameLst>
                                    <p:attrName>style.visibility</p:attrName>
                                  </p:attrNameLst>
                                </p:cBhvr>
                                <p:to>
                                  <p:strVal val="visible"/>
                                </p:to>
                              </p:set>
                              <p:animEffect transition="in" filter="fade">
                                <p:cBhvr>
                                  <p:cTn id="9" dur="350" fill="hold"/>
                                  <p:tgtEl>
                                    <p:spTgt spid="4"/>
                                  </p:tgtEl>
                                </p:cBhvr>
                              </p:animEffect>
                            </p:childTnLst>
                          </p:cTn>
                        </p:par>
                        <p:par>
                          <p:cTn id="10" presetID="10" presetClass="entr" presetSubtype="0" fill="hold" nodeType="afterEffect">
                            <p:stCondLst>
                              <p:cond delay="75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350" fill="hold"/>
                                  <p:tgtEl>
                                    <p:spTgt spid="5"/>
                                  </p:tgtEl>
                                </p:cBhvr>
                              </p:animEffect>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203A32"/>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4235152-0F9B-4A46-8492-1C982778386B}"/>
              </a:ext>
            </a:extLst>
          </p:cNvPr>
          <p:cNvPicPr>
            <a:picLocks noChangeAspect="1"/>
          </p:cNvPicPr>
          <p:nvPr/>
        </p:nvPicPr>
        <p:blipFill>
          <a:blip r:embed="rId3"/>
          <a:srcRect t="34171" b="34171"/>
          <a:stretch>
            <a:fillRect/>
          </a:stretch>
        </p:blipFill>
        <p:spPr>
          <a:xfrm>
            <a:off x="0" y="0"/>
            <a:ext cx="15240000" cy="8572500"/>
          </a:xfrm>
          <a:prstGeom prst="rect">
            <a:avLst/>
          </a:prstGeom>
        </p:spPr>
      </p:pic>
      <p:sp>
        <p:nvSpPr>
          <p:cNvPr id="2" name="Rectangle 1">
            <a:extLst>
              <a:ext uri="{FF2B5EF4-FFF2-40B4-BE49-F238E27FC236}">
                <a16:creationId xmlns:a16="http://schemas.microsoft.com/office/drawing/2014/main" id="{8DB3793D-29A5-4E14-8760-AADD4975DFFA}"/>
              </a:ext>
            </a:extLst>
          </p:cNvPr>
          <p:cNvSpPr>
            <a:spLocks noGrp="1"/>
          </p:cNvSpPr>
          <p:nvPr/>
        </p:nvSpPr>
        <p:spPr>
          <a:xfrm>
            <a:off x="0" y="0"/>
            <a:ext cx="15240000" cy="8572500"/>
          </a:xfrm>
          <a:prstGeom prst="rect">
            <a:avLst/>
          </a:prstGeom>
          <a:solidFill>
            <a:srgbClr val="10271F">
              <a:alpha val="72000"/>
            </a:srgbClr>
          </a:solidFill>
          <a:ln w="0">
            <a:noFill/>
          </a:ln>
        </p:spPr>
      </p:sp>
      <p:sp>
        <p:nvSpPr>
          <p:cNvPr id="3" name="La suite se joue&#10;sur l’iPhone">
            <a:extLst>
              <a:ext uri="{FF2B5EF4-FFF2-40B4-BE49-F238E27FC236}">
                <a16:creationId xmlns:a16="http://schemas.microsoft.com/office/drawing/2014/main" id="{636A4338-D836-4E38-9B2F-A4E74A413450}"/>
              </a:ext>
            </a:extLst>
          </p:cNvPr>
          <p:cNvSpPr>
            <a:spLocks noGrp="1"/>
          </p:cNvSpPr>
          <p:nvPr/>
        </p:nvSpPr>
        <p:spPr>
          <a:xfrm>
            <a:off x="904875" y="1905000"/>
            <a:ext cx="13335000" cy="2047875"/>
          </a:xfrm>
          <a:prstGeom prst="rect">
            <a:avLst/>
          </a:prstGeom>
          <a:noFill/>
          <a:ln w="0">
            <a:noFill/>
          </a:ln>
        </p:spPr>
        <p:txBody>
          <a:bodyPr wrap="square" lIns="0" tIns="0" rIns="0" bIns="0" anchor="t">
            <a:noAutofit/>
          </a:bodyPr>
          <a:lstStyle>
            <a:defPPr algn="l">
              <a:defRPr sz="6825" b="0">
                <a:solidFill>
                  <a:srgbClr val="F6F3EE"/>
                </a:solidFill>
                <a:latin typeface="Georgia"/>
                <a:ea typeface="Georgia"/>
                <a:cs typeface="Georgia"/>
              </a:defRPr>
            </a:defPPr>
            <a:lvl1pPr algn="l">
              <a:defRPr sz="6825" b="0">
                <a:solidFill>
                  <a:srgbClr val="F6F3EE"/>
                </a:solidFill>
                <a:latin typeface="Georgia"/>
                <a:ea typeface="Georgia"/>
                <a:cs typeface="Georgia"/>
              </a:defRPr>
            </a:lvl1pPr>
            <a:lvl2pPr algn="l">
              <a:defRPr sz="6825" b="0">
                <a:solidFill>
                  <a:srgbClr val="F6F3EE"/>
                </a:solidFill>
                <a:latin typeface="Georgia"/>
                <a:ea typeface="Georgia"/>
                <a:cs typeface="Georgia"/>
              </a:defRPr>
            </a:lvl2pPr>
            <a:lvl3pPr algn="l">
              <a:defRPr sz="6825" b="0">
                <a:solidFill>
                  <a:srgbClr val="F6F3EE"/>
                </a:solidFill>
                <a:latin typeface="Georgia"/>
                <a:ea typeface="Georgia"/>
                <a:cs typeface="Georgia"/>
              </a:defRPr>
            </a:lvl3pPr>
            <a:lvl4pPr algn="l">
              <a:defRPr sz="6825" b="0">
                <a:solidFill>
                  <a:srgbClr val="F6F3EE"/>
                </a:solidFill>
                <a:latin typeface="Georgia"/>
                <a:ea typeface="Georgia"/>
                <a:cs typeface="Georgia"/>
              </a:defRPr>
            </a:lvl4pPr>
            <a:lvl5pPr algn="l">
              <a:defRPr sz="6825" b="0">
                <a:solidFill>
                  <a:srgbClr val="F6F3EE"/>
                </a:solidFill>
                <a:latin typeface="Georgia"/>
                <a:ea typeface="Georgia"/>
                <a:cs typeface="Georgia"/>
              </a:defRPr>
            </a:lvl5pPr>
            <a:lvl6pPr algn="l">
              <a:defRPr sz="6825" b="0">
                <a:solidFill>
                  <a:srgbClr val="F6F3EE"/>
                </a:solidFill>
                <a:latin typeface="Georgia"/>
                <a:ea typeface="Georgia"/>
                <a:cs typeface="Georgia"/>
              </a:defRPr>
            </a:lvl6pPr>
            <a:lvl7pPr algn="l">
              <a:defRPr sz="6825" b="0">
                <a:solidFill>
                  <a:srgbClr val="F6F3EE"/>
                </a:solidFill>
                <a:latin typeface="Georgia"/>
                <a:ea typeface="Georgia"/>
                <a:cs typeface="Georgia"/>
              </a:defRPr>
            </a:lvl7pPr>
            <a:lvl8pPr algn="l">
              <a:defRPr sz="6825" b="0">
                <a:solidFill>
                  <a:srgbClr val="F6F3EE"/>
                </a:solidFill>
                <a:latin typeface="Georgia"/>
                <a:ea typeface="Georgia"/>
                <a:cs typeface="Georgia"/>
              </a:defRPr>
            </a:lvl8pPr>
            <a:lvl9pPr algn="l">
              <a:defRPr sz="6825" b="0">
                <a:solidFill>
                  <a:srgbClr val="F6F3EE"/>
                </a:solidFill>
                <a:latin typeface="Georgia"/>
                <a:ea typeface="Georgia"/>
                <a:cs typeface="Georgia"/>
              </a:defRPr>
            </a:lvl9pPr>
          </a:lstStyle>
          <a:p>
            <a:pPr algn="l">
              <a:defRPr sz="6825" b="0">
                <a:solidFill>
                  <a:srgbClr val="F6F3EE"/>
                </a:solidFill>
                <a:latin typeface="Georgia"/>
                <a:ea typeface="Georgia"/>
                <a:cs typeface="Georgia"/>
              </a:defRPr>
            </a:pPr>
            <a:r>
              <a:rPr sz="6825" b="0">
                <a:solidFill>
                  <a:srgbClr val="F6F3EE"/>
                </a:solidFill>
                <a:latin typeface="Georgia"/>
                <a:ea typeface="Georgia"/>
                <a:cs typeface="Georgia"/>
              </a:rPr>
              <a:t>La suite se joue</a:t>
            </a:r>
          </a:p>
          <a:p>
            <a:pPr algn="l">
              <a:defRPr sz="6825" b="0">
                <a:solidFill>
                  <a:srgbClr val="F6F3EE"/>
                </a:solidFill>
                <a:latin typeface="Georgia"/>
                <a:ea typeface="Georgia"/>
                <a:cs typeface="Georgia"/>
              </a:defRPr>
            </a:pPr>
            <a:r>
              <a:rPr sz="6825" b="0">
                <a:solidFill>
                  <a:srgbClr val="F6F3EE"/>
                </a:solidFill>
                <a:latin typeface="Georgia"/>
                <a:ea typeface="Georgia"/>
                <a:cs typeface="Georgia"/>
              </a:rPr>
              <a:t>sur l’iPhone</a:t>
            </a:r>
          </a:p>
        </p:txBody>
      </p:sp>
      <p:sp>
        <p:nvSpPr>
          <p:cNvPr id="4" name="Scanner Rosette, écouter son récit,&#10;manipuler le mod">
            <a:extLst>
              <a:ext uri="{FF2B5EF4-FFF2-40B4-BE49-F238E27FC236}">
                <a16:creationId xmlns:a16="http://schemas.microsoft.com/office/drawing/2014/main" id="{0C95EB28-0B66-472D-8F6B-0A3B17520EED}"/>
              </a:ext>
            </a:extLst>
          </p:cNvPr>
          <p:cNvSpPr>
            <a:spLocks noGrp="1"/>
          </p:cNvSpPr>
          <p:nvPr/>
        </p:nvSpPr>
        <p:spPr>
          <a:xfrm>
            <a:off x="981075" y="5172075"/>
            <a:ext cx="12668250" cy="1476375"/>
          </a:xfrm>
          <a:prstGeom prst="rect">
            <a:avLst/>
          </a:prstGeom>
          <a:noFill/>
          <a:ln w="0">
            <a:noFill/>
          </a:ln>
        </p:spPr>
        <p:txBody>
          <a:bodyPr wrap="square" lIns="0" tIns="0" rIns="0" bIns="0" anchor="t">
            <a:noAutofit/>
          </a:bodyPr>
          <a:lstStyle>
            <a:defPPr algn="l">
              <a:defRPr sz="3225" b="0">
                <a:solidFill>
                  <a:srgbClr val="F6F3EE"/>
                </a:solidFill>
                <a:latin typeface="Arial"/>
                <a:ea typeface="Arial"/>
                <a:cs typeface="Arial"/>
              </a:defRPr>
            </a:defPPr>
            <a:lvl1pPr algn="l">
              <a:defRPr sz="3225" b="0">
                <a:solidFill>
                  <a:srgbClr val="F6F3EE"/>
                </a:solidFill>
                <a:latin typeface="Arial"/>
                <a:ea typeface="Arial"/>
                <a:cs typeface="Arial"/>
              </a:defRPr>
            </a:lvl1pPr>
            <a:lvl2pPr algn="l">
              <a:defRPr sz="3225" b="0">
                <a:solidFill>
                  <a:srgbClr val="F6F3EE"/>
                </a:solidFill>
                <a:latin typeface="Arial"/>
                <a:ea typeface="Arial"/>
                <a:cs typeface="Arial"/>
              </a:defRPr>
            </a:lvl2pPr>
            <a:lvl3pPr algn="l">
              <a:defRPr sz="3225" b="0">
                <a:solidFill>
                  <a:srgbClr val="F6F3EE"/>
                </a:solidFill>
                <a:latin typeface="Arial"/>
                <a:ea typeface="Arial"/>
                <a:cs typeface="Arial"/>
              </a:defRPr>
            </a:lvl3pPr>
            <a:lvl4pPr algn="l">
              <a:defRPr sz="3225" b="0">
                <a:solidFill>
                  <a:srgbClr val="F6F3EE"/>
                </a:solidFill>
                <a:latin typeface="Arial"/>
                <a:ea typeface="Arial"/>
                <a:cs typeface="Arial"/>
              </a:defRPr>
            </a:lvl4pPr>
            <a:lvl5pPr algn="l">
              <a:defRPr sz="3225" b="0">
                <a:solidFill>
                  <a:srgbClr val="F6F3EE"/>
                </a:solidFill>
                <a:latin typeface="Arial"/>
                <a:ea typeface="Arial"/>
                <a:cs typeface="Arial"/>
              </a:defRPr>
            </a:lvl5pPr>
            <a:lvl6pPr algn="l">
              <a:defRPr sz="3225" b="0">
                <a:solidFill>
                  <a:srgbClr val="F6F3EE"/>
                </a:solidFill>
                <a:latin typeface="Arial"/>
                <a:ea typeface="Arial"/>
                <a:cs typeface="Arial"/>
              </a:defRPr>
            </a:lvl6pPr>
            <a:lvl7pPr algn="l">
              <a:defRPr sz="3225" b="0">
                <a:solidFill>
                  <a:srgbClr val="F6F3EE"/>
                </a:solidFill>
                <a:latin typeface="Arial"/>
                <a:ea typeface="Arial"/>
                <a:cs typeface="Arial"/>
              </a:defRPr>
            </a:lvl7pPr>
            <a:lvl8pPr algn="l">
              <a:defRPr sz="3225" b="0">
                <a:solidFill>
                  <a:srgbClr val="F6F3EE"/>
                </a:solidFill>
                <a:latin typeface="Arial"/>
                <a:ea typeface="Arial"/>
                <a:cs typeface="Arial"/>
              </a:defRPr>
            </a:lvl8pPr>
            <a:lvl9pPr algn="l">
              <a:defRPr sz="3225" b="0">
                <a:solidFill>
                  <a:srgbClr val="F6F3EE"/>
                </a:solidFill>
                <a:latin typeface="Arial"/>
                <a:ea typeface="Arial"/>
                <a:cs typeface="Arial"/>
              </a:defRPr>
            </a:lvl9pPr>
          </a:lstStyle>
          <a:p>
            <a:pPr algn="l">
              <a:defRPr sz="3225" b="0">
                <a:solidFill>
                  <a:srgbClr val="F6F3EE"/>
                </a:solidFill>
                <a:latin typeface="Arial"/>
                <a:ea typeface="Arial"/>
                <a:cs typeface="Arial"/>
              </a:defRPr>
            </a:pPr>
            <a:r>
              <a:rPr sz="3225" b="0">
                <a:solidFill>
                  <a:srgbClr val="F6F3EE"/>
                </a:solidFill>
                <a:latin typeface="Arial"/>
                <a:ea typeface="Arial"/>
                <a:cs typeface="Arial"/>
              </a:rPr>
              <a:t>Scanner Rosette, écouter son récit,</a:t>
            </a:r>
          </a:p>
          <a:p>
            <a:pPr algn="l">
              <a:defRPr sz="3225" b="0">
                <a:solidFill>
                  <a:srgbClr val="F6F3EE"/>
                </a:solidFill>
                <a:latin typeface="Arial"/>
                <a:ea typeface="Arial"/>
                <a:cs typeface="Arial"/>
              </a:defRPr>
            </a:pPr>
            <a:r>
              <a:rPr sz="3225" b="0">
                <a:solidFill>
                  <a:srgbClr val="F6F3EE"/>
                </a:solidFill>
                <a:latin typeface="Arial"/>
                <a:ea typeface="Arial"/>
                <a:cs typeface="Arial"/>
              </a:rPr>
              <a:t>manipuler le modèle, puis répondre au quiz.</a:t>
            </a:r>
          </a:p>
        </p:txBody>
      </p:sp>
      <p:sp>
        <p:nvSpPr>
          <p:cNvPr id="5" name="Démonstration en direct · environ quatre minutes">
            <a:extLst>
              <a:ext uri="{FF2B5EF4-FFF2-40B4-BE49-F238E27FC236}">
                <a16:creationId xmlns:a16="http://schemas.microsoft.com/office/drawing/2014/main" id="{65167D94-067C-46C6-B30C-8068841D78DA}"/>
              </a:ext>
            </a:extLst>
          </p:cNvPr>
          <p:cNvSpPr>
            <a:spLocks noGrp="1"/>
          </p:cNvSpPr>
          <p:nvPr/>
        </p:nvSpPr>
        <p:spPr>
          <a:xfrm>
            <a:off x="1000125" y="7419975"/>
            <a:ext cx="12573000" cy="523875"/>
          </a:xfrm>
          <a:prstGeom prst="rect">
            <a:avLst/>
          </a:prstGeom>
          <a:noFill/>
          <a:ln w="0">
            <a:noFill/>
          </a:ln>
        </p:spPr>
        <p:txBody>
          <a:bodyPr wrap="square" lIns="0" tIns="0" rIns="0" bIns="0" anchor="t">
            <a:noAutofit/>
          </a:bodyPr>
          <a:lstStyle>
            <a:defPPr algn="l">
              <a:defRPr sz="2175" b="1">
                <a:solidFill>
                  <a:srgbClr val="BD9661"/>
                </a:solidFill>
                <a:latin typeface="Arial"/>
                <a:ea typeface="Arial"/>
                <a:cs typeface="Arial"/>
              </a:defRPr>
            </a:defPPr>
            <a:lvl1pPr algn="l">
              <a:defRPr sz="2175" b="1">
                <a:solidFill>
                  <a:srgbClr val="BD9661"/>
                </a:solidFill>
                <a:latin typeface="Arial"/>
                <a:ea typeface="Arial"/>
                <a:cs typeface="Arial"/>
              </a:defRPr>
            </a:lvl1pPr>
            <a:lvl2pPr algn="l">
              <a:defRPr sz="2175" b="1">
                <a:solidFill>
                  <a:srgbClr val="BD9661"/>
                </a:solidFill>
                <a:latin typeface="Arial"/>
                <a:ea typeface="Arial"/>
                <a:cs typeface="Arial"/>
              </a:defRPr>
            </a:lvl2pPr>
            <a:lvl3pPr algn="l">
              <a:defRPr sz="2175" b="1">
                <a:solidFill>
                  <a:srgbClr val="BD9661"/>
                </a:solidFill>
                <a:latin typeface="Arial"/>
                <a:ea typeface="Arial"/>
                <a:cs typeface="Arial"/>
              </a:defRPr>
            </a:lvl3pPr>
            <a:lvl4pPr algn="l">
              <a:defRPr sz="2175" b="1">
                <a:solidFill>
                  <a:srgbClr val="BD9661"/>
                </a:solidFill>
                <a:latin typeface="Arial"/>
                <a:ea typeface="Arial"/>
                <a:cs typeface="Arial"/>
              </a:defRPr>
            </a:lvl4pPr>
            <a:lvl5pPr algn="l">
              <a:defRPr sz="2175" b="1">
                <a:solidFill>
                  <a:srgbClr val="BD9661"/>
                </a:solidFill>
                <a:latin typeface="Arial"/>
                <a:ea typeface="Arial"/>
                <a:cs typeface="Arial"/>
              </a:defRPr>
            </a:lvl5pPr>
            <a:lvl6pPr algn="l">
              <a:defRPr sz="2175" b="1">
                <a:solidFill>
                  <a:srgbClr val="BD9661"/>
                </a:solidFill>
                <a:latin typeface="Arial"/>
                <a:ea typeface="Arial"/>
                <a:cs typeface="Arial"/>
              </a:defRPr>
            </a:lvl6pPr>
            <a:lvl7pPr algn="l">
              <a:defRPr sz="2175" b="1">
                <a:solidFill>
                  <a:srgbClr val="BD9661"/>
                </a:solidFill>
                <a:latin typeface="Arial"/>
                <a:ea typeface="Arial"/>
                <a:cs typeface="Arial"/>
              </a:defRPr>
            </a:lvl7pPr>
            <a:lvl8pPr algn="l">
              <a:defRPr sz="2175" b="1">
                <a:solidFill>
                  <a:srgbClr val="BD9661"/>
                </a:solidFill>
                <a:latin typeface="Arial"/>
                <a:ea typeface="Arial"/>
                <a:cs typeface="Arial"/>
              </a:defRPr>
            </a:lvl8pPr>
            <a:lvl9pPr algn="l">
              <a:defRPr sz="2175" b="1">
                <a:solidFill>
                  <a:srgbClr val="BD9661"/>
                </a:solidFill>
                <a:latin typeface="Arial"/>
                <a:ea typeface="Arial"/>
                <a:cs typeface="Arial"/>
              </a:defRPr>
            </a:lvl9pPr>
          </a:lstStyle>
          <a:p>
            <a:pPr algn="l">
              <a:defRPr sz="2175" b="1">
                <a:solidFill>
                  <a:srgbClr val="BD9661"/>
                </a:solidFill>
                <a:latin typeface="Arial"/>
                <a:ea typeface="Arial"/>
                <a:cs typeface="Arial"/>
              </a:defRPr>
            </a:pPr>
            <a:r>
              <a:rPr sz="2175" b="1">
                <a:solidFill>
                  <a:srgbClr val="BD9661"/>
                </a:solidFill>
                <a:latin typeface="Arial"/>
                <a:ea typeface="Arial"/>
                <a:cs typeface="Arial"/>
              </a:rPr>
              <a:t>Démonstration en direct · environ quatre minutes</a:t>
            </a:r>
          </a:p>
        </p:txBody>
      </p:sp>
    </p:spTree>
    <p:extLst>
      <p:ext uri="{BB962C8B-B14F-4D97-AF65-F5344CB8AC3E}">
        <p14:creationId xmlns:p14="http://schemas.microsoft.com/office/powerpoint/2010/main" val="43788908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0"/>
                      </p:stCondLst>
                      <p:childTnLst>
                        <p:par>
                          <p:cTn id="4" presetID="10" presetClass="entr" presetSubtype="0" fill="hold" nodeType="afterEffect">
                            <p:stCondLst>
                              <p:cond delay="150"/>
                            </p:stCondLst>
                            <p:childTnLst>
                              <p:set>
                                <p:cBhvr>
                                  <p:cTn id="5" dur="1" fill="hold">
                                    <p:stCondLst>
                                      <p:cond delay="0"/>
                                    </p:stCondLst>
                                  </p:cTn>
                                  <p:tgtEl>
                                    <p:spTgt spid="3"/>
                                  </p:tgtEl>
                                  <p:attrNameLst>
                                    <p:attrName>style.visibility</p:attrName>
                                  </p:attrNameLst>
                                </p:cBhvr>
                                <p:to>
                                  <p:strVal val="visible"/>
                                </p:to>
                              </p:set>
                              <p:animEffect transition="in" filter="fade">
                                <p:cBhvr>
                                  <p:cTn id="6" dur="350" fill="hold"/>
                                  <p:tgtEl>
                                    <p:spTgt spid="3"/>
                                  </p:tgtEl>
                                </p:cBhvr>
                              </p:animEffect>
                            </p:childTnLst>
                          </p:cTn>
                        </p:par>
                        <p:par>
                          <p:cTn id="7" presetID="10" presetClass="entr" presetSubtype="0" fill="hold" nodeType="afterEffect">
                            <p:stCondLst>
                              <p:cond delay="450"/>
                            </p:stCondLst>
                            <p:childTnLst>
                              <p:set>
                                <p:cBhvr>
                                  <p:cTn id="8" dur="1" fill="hold">
                                    <p:stCondLst>
                                      <p:cond delay="0"/>
                                    </p:stCondLst>
                                  </p:cTn>
                                  <p:tgtEl>
                                    <p:spTgt spid="4"/>
                                  </p:tgtEl>
                                  <p:attrNameLst>
                                    <p:attrName>style.visibility</p:attrName>
                                  </p:attrNameLst>
                                </p:cBhvr>
                                <p:to>
                                  <p:strVal val="visible"/>
                                </p:to>
                              </p:set>
                              <p:animEffect transition="in" filter="fade">
                                <p:cBhvr>
                                  <p:cTn id="9" dur="350" fill="hold"/>
                                  <p:tgtEl>
                                    <p:spTgt spid="4"/>
                                  </p:tgtEl>
                                </p:cBhvr>
                              </p:animEffect>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203A32"/>
        </a:solid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AB621AC4-76E8-43A7-85D5-7CC4905E9AEC}"/>
              </a:ext>
            </a:extLst>
          </p:cNvPr>
          <p:cNvPicPr>
            <a:picLocks noChangeAspect="1"/>
          </p:cNvPicPr>
          <p:nvPr/>
        </p:nvPicPr>
        <p:blipFill>
          <a:blip r:embed="rId3"/>
          <a:srcRect l="7588" r="7588"/>
          <a:stretch>
            <a:fillRect/>
          </a:stretch>
        </p:blipFill>
        <p:spPr>
          <a:xfrm>
            <a:off x="0" y="0"/>
            <a:ext cx="5048250" cy="8572500"/>
          </a:xfrm>
          <a:prstGeom prst="rect">
            <a:avLst/>
          </a:prstGeom>
        </p:spPr>
      </p:pic>
      <p:pic>
        <p:nvPicPr>
          <p:cNvPr id="2" name="Picture 1">
            <a:extLst>
              <a:ext uri="{FF2B5EF4-FFF2-40B4-BE49-F238E27FC236}">
                <a16:creationId xmlns:a16="http://schemas.microsoft.com/office/drawing/2014/main" id="{36ECF801-BEA8-4822-B0C4-81E88ECACFF0}"/>
              </a:ext>
            </a:extLst>
          </p:cNvPr>
          <p:cNvPicPr>
            <a:picLocks noChangeAspect="1"/>
          </p:cNvPicPr>
          <p:nvPr/>
        </p:nvPicPr>
        <p:blipFill>
          <a:blip r:embed="rId4"/>
          <a:srcRect l="5000" r="5000"/>
          <a:stretch>
            <a:fillRect/>
          </a:stretch>
        </p:blipFill>
        <p:spPr>
          <a:xfrm>
            <a:off x="5048250" y="0"/>
            <a:ext cx="5143500" cy="8572500"/>
          </a:xfrm>
          <a:prstGeom prst="rect">
            <a:avLst/>
          </a:prstGeom>
        </p:spPr>
      </p:pic>
      <p:pic>
        <p:nvPicPr>
          <p:cNvPr id="3" name="Picture 2">
            <a:extLst>
              <a:ext uri="{FF2B5EF4-FFF2-40B4-BE49-F238E27FC236}">
                <a16:creationId xmlns:a16="http://schemas.microsoft.com/office/drawing/2014/main" id="{8FEA48B6-8D8C-4103-98A2-219E8E140782}"/>
              </a:ext>
            </a:extLst>
          </p:cNvPr>
          <p:cNvPicPr>
            <a:picLocks noChangeAspect="1"/>
          </p:cNvPicPr>
          <p:nvPr/>
        </p:nvPicPr>
        <p:blipFill>
          <a:blip r:embed="rId5"/>
          <a:srcRect l="25786" r="25786"/>
          <a:stretch>
            <a:fillRect/>
          </a:stretch>
        </p:blipFill>
        <p:spPr>
          <a:xfrm>
            <a:off x="10191750" y="0"/>
            <a:ext cx="5048250" cy="8572500"/>
          </a:xfrm>
          <a:prstGeom prst="rect">
            <a:avLst/>
          </a:prstGeom>
        </p:spPr>
      </p:pic>
      <p:sp>
        <p:nvSpPr>
          <p:cNvPr id="4" name="Rectangle 3">
            <a:extLst>
              <a:ext uri="{FF2B5EF4-FFF2-40B4-BE49-F238E27FC236}">
                <a16:creationId xmlns:a16="http://schemas.microsoft.com/office/drawing/2014/main" id="{251860A5-EDCD-499E-807D-700A795511F8}"/>
              </a:ext>
            </a:extLst>
          </p:cNvPr>
          <p:cNvSpPr>
            <a:spLocks noGrp="1"/>
          </p:cNvSpPr>
          <p:nvPr/>
        </p:nvSpPr>
        <p:spPr>
          <a:xfrm>
            <a:off x="0" y="0"/>
            <a:ext cx="15240000" cy="8572500"/>
          </a:xfrm>
          <a:prstGeom prst="rect">
            <a:avLst/>
          </a:prstGeom>
          <a:gradFill>
            <a:gsLst>
              <a:gs pos="0">
                <a:srgbClr val="10271F">
                  <a:alpha val="12000"/>
                </a:srgbClr>
              </a:gs>
              <a:gs pos="48000">
                <a:srgbClr val="10271F">
                  <a:alpha val="60000"/>
                </a:srgbClr>
              </a:gs>
              <a:gs pos="100000">
                <a:srgbClr val="10271F">
                  <a:alpha val="97000"/>
                </a:srgbClr>
              </a:gs>
            </a:gsLst>
            <a:lin ang="5400000"/>
          </a:gradFill>
          <a:ln w="0">
            <a:noFill/>
          </a:ln>
        </p:spPr>
      </p:sp>
      <p:sp>
        <p:nvSpPr>
          <p:cNvPr id="5" name="HeritageXR,&#10;à découvrir sur iPhone">
            <a:extLst>
              <a:ext uri="{FF2B5EF4-FFF2-40B4-BE49-F238E27FC236}">
                <a16:creationId xmlns:a16="http://schemas.microsoft.com/office/drawing/2014/main" id="{28E7D4EE-C07B-4B4A-A8D4-95CCDB154264}"/>
              </a:ext>
            </a:extLst>
          </p:cNvPr>
          <p:cNvSpPr>
            <a:spLocks noGrp="1"/>
          </p:cNvSpPr>
          <p:nvPr/>
        </p:nvSpPr>
        <p:spPr>
          <a:xfrm>
            <a:off x="876300" y="4981575"/>
            <a:ext cx="13239750" cy="1695450"/>
          </a:xfrm>
          <a:prstGeom prst="rect">
            <a:avLst/>
          </a:prstGeom>
          <a:noFill/>
          <a:ln w="0">
            <a:noFill/>
          </a:ln>
        </p:spPr>
        <p:txBody>
          <a:bodyPr wrap="square" lIns="0" tIns="0" rIns="0" bIns="0" anchor="t">
            <a:noAutofit/>
          </a:bodyPr>
          <a:lstStyle>
            <a:defPPr algn="l">
              <a:defRPr sz="5475" b="0">
                <a:solidFill>
                  <a:srgbClr val="F6F3EE"/>
                </a:solidFill>
                <a:latin typeface="Georgia"/>
                <a:ea typeface="Georgia"/>
                <a:cs typeface="Georgia"/>
              </a:defRPr>
            </a:defPPr>
            <a:lvl1pPr algn="l">
              <a:defRPr sz="5475" b="0">
                <a:solidFill>
                  <a:srgbClr val="F6F3EE"/>
                </a:solidFill>
                <a:latin typeface="Georgia"/>
                <a:ea typeface="Georgia"/>
                <a:cs typeface="Georgia"/>
              </a:defRPr>
            </a:lvl1pPr>
            <a:lvl2pPr algn="l">
              <a:defRPr sz="5475" b="0">
                <a:solidFill>
                  <a:srgbClr val="F6F3EE"/>
                </a:solidFill>
                <a:latin typeface="Georgia"/>
                <a:ea typeface="Georgia"/>
                <a:cs typeface="Georgia"/>
              </a:defRPr>
            </a:lvl2pPr>
            <a:lvl3pPr algn="l">
              <a:defRPr sz="5475" b="0">
                <a:solidFill>
                  <a:srgbClr val="F6F3EE"/>
                </a:solidFill>
                <a:latin typeface="Georgia"/>
                <a:ea typeface="Georgia"/>
                <a:cs typeface="Georgia"/>
              </a:defRPr>
            </a:lvl3pPr>
            <a:lvl4pPr algn="l">
              <a:defRPr sz="5475" b="0">
                <a:solidFill>
                  <a:srgbClr val="F6F3EE"/>
                </a:solidFill>
                <a:latin typeface="Georgia"/>
                <a:ea typeface="Georgia"/>
                <a:cs typeface="Georgia"/>
              </a:defRPr>
            </a:lvl4pPr>
            <a:lvl5pPr algn="l">
              <a:defRPr sz="5475" b="0">
                <a:solidFill>
                  <a:srgbClr val="F6F3EE"/>
                </a:solidFill>
                <a:latin typeface="Georgia"/>
                <a:ea typeface="Georgia"/>
                <a:cs typeface="Georgia"/>
              </a:defRPr>
            </a:lvl5pPr>
            <a:lvl6pPr algn="l">
              <a:defRPr sz="5475" b="0">
                <a:solidFill>
                  <a:srgbClr val="F6F3EE"/>
                </a:solidFill>
                <a:latin typeface="Georgia"/>
                <a:ea typeface="Georgia"/>
                <a:cs typeface="Georgia"/>
              </a:defRPr>
            </a:lvl6pPr>
            <a:lvl7pPr algn="l">
              <a:defRPr sz="5475" b="0">
                <a:solidFill>
                  <a:srgbClr val="F6F3EE"/>
                </a:solidFill>
                <a:latin typeface="Georgia"/>
                <a:ea typeface="Georgia"/>
                <a:cs typeface="Georgia"/>
              </a:defRPr>
            </a:lvl7pPr>
            <a:lvl8pPr algn="l">
              <a:defRPr sz="5475" b="0">
                <a:solidFill>
                  <a:srgbClr val="F6F3EE"/>
                </a:solidFill>
                <a:latin typeface="Georgia"/>
                <a:ea typeface="Georgia"/>
                <a:cs typeface="Georgia"/>
              </a:defRPr>
            </a:lvl8pPr>
            <a:lvl9pPr algn="l">
              <a:defRPr sz="5475" b="0">
                <a:solidFill>
                  <a:srgbClr val="F6F3EE"/>
                </a:solidFill>
                <a:latin typeface="Georgia"/>
                <a:ea typeface="Georgia"/>
                <a:cs typeface="Georgia"/>
              </a:defRPr>
            </a:lvl9pPr>
          </a:lstStyle>
          <a:p>
            <a:pPr algn="l">
              <a:defRPr sz="5475" b="0">
                <a:solidFill>
                  <a:srgbClr val="F6F3EE"/>
                </a:solidFill>
                <a:latin typeface="Georgia"/>
                <a:ea typeface="Georgia"/>
                <a:cs typeface="Georgia"/>
              </a:defRPr>
            </a:pPr>
            <a:r>
              <a:rPr sz="5475" b="0">
                <a:solidFill>
                  <a:srgbClr val="F6F3EE"/>
                </a:solidFill>
                <a:latin typeface="Georgia"/>
                <a:ea typeface="Georgia"/>
                <a:cs typeface="Georgia"/>
              </a:rPr>
              <a:t>HeritageXR,</a:t>
            </a:r>
          </a:p>
          <a:p>
            <a:pPr algn="l">
              <a:defRPr sz="5475" b="0">
                <a:solidFill>
                  <a:srgbClr val="F6F3EE"/>
                </a:solidFill>
                <a:latin typeface="Georgia"/>
                <a:ea typeface="Georgia"/>
                <a:cs typeface="Georgia"/>
              </a:defRPr>
            </a:pPr>
            <a:r>
              <a:rPr sz="5475" b="0">
                <a:solidFill>
                  <a:srgbClr val="F6F3EE"/>
                </a:solidFill>
                <a:latin typeface="Georgia"/>
                <a:ea typeface="Georgia"/>
                <a:cs typeface="Georgia"/>
              </a:rPr>
              <a:t>à découvrir sur iPhone</a:t>
            </a:r>
          </a:p>
        </p:txBody>
      </p:sp>
      <p:sp>
        <p:nvSpPr>
          <p:cNvPr id="6" name="Mohamed Elgheith · étudiant à esprim">
            <a:extLst>
              <a:ext uri="{FF2B5EF4-FFF2-40B4-BE49-F238E27FC236}">
                <a16:creationId xmlns:a16="http://schemas.microsoft.com/office/drawing/2014/main" id="{F1E1D5AB-1D7E-4938-A725-5E8CFB4DDA70}"/>
              </a:ext>
            </a:extLst>
          </p:cNvPr>
          <p:cNvSpPr>
            <a:spLocks noGrp="1"/>
          </p:cNvSpPr>
          <p:nvPr/>
        </p:nvSpPr>
        <p:spPr>
          <a:xfrm>
            <a:off x="942975" y="7210425"/>
            <a:ext cx="13335000" cy="533400"/>
          </a:xfrm>
          <a:prstGeom prst="rect">
            <a:avLst/>
          </a:prstGeom>
          <a:noFill/>
          <a:ln w="0">
            <a:noFill/>
          </a:ln>
        </p:spPr>
        <p:txBody>
          <a:bodyPr wrap="square" lIns="0" tIns="0" rIns="0" bIns="0" anchor="t">
            <a:noAutofit/>
          </a:bodyPr>
          <a:lstStyle>
            <a:defPPr algn="l">
              <a:defRPr sz="2400" b="0">
                <a:solidFill>
                  <a:srgbClr val="F6F3EE"/>
                </a:solidFill>
                <a:latin typeface="Arial"/>
                <a:ea typeface="Arial"/>
                <a:cs typeface="Arial"/>
              </a:defRPr>
            </a:defPPr>
            <a:lvl1pPr algn="l">
              <a:defRPr sz="2400" b="0">
                <a:solidFill>
                  <a:srgbClr val="F6F3EE"/>
                </a:solidFill>
                <a:latin typeface="Arial"/>
                <a:ea typeface="Arial"/>
                <a:cs typeface="Arial"/>
              </a:defRPr>
            </a:lvl1pPr>
            <a:lvl2pPr algn="l">
              <a:defRPr sz="2400" b="0">
                <a:solidFill>
                  <a:srgbClr val="F6F3EE"/>
                </a:solidFill>
                <a:latin typeface="Arial"/>
                <a:ea typeface="Arial"/>
                <a:cs typeface="Arial"/>
              </a:defRPr>
            </a:lvl2pPr>
            <a:lvl3pPr algn="l">
              <a:defRPr sz="2400" b="0">
                <a:solidFill>
                  <a:srgbClr val="F6F3EE"/>
                </a:solidFill>
                <a:latin typeface="Arial"/>
                <a:ea typeface="Arial"/>
                <a:cs typeface="Arial"/>
              </a:defRPr>
            </a:lvl3pPr>
            <a:lvl4pPr algn="l">
              <a:defRPr sz="2400" b="0">
                <a:solidFill>
                  <a:srgbClr val="F6F3EE"/>
                </a:solidFill>
                <a:latin typeface="Arial"/>
                <a:ea typeface="Arial"/>
                <a:cs typeface="Arial"/>
              </a:defRPr>
            </a:lvl4pPr>
            <a:lvl5pPr algn="l">
              <a:defRPr sz="2400" b="0">
                <a:solidFill>
                  <a:srgbClr val="F6F3EE"/>
                </a:solidFill>
                <a:latin typeface="Arial"/>
                <a:ea typeface="Arial"/>
                <a:cs typeface="Arial"/>
              </a:defRPr>
            </a:lvl5pPr>
            <a:lvl6pPr algn="l">
              <a:defRPr sz="2400" b="0">
                <a:solidFill>
                  <a:srgbClr val="F6F3EE"/>
                </a:solidFill>
                <a:latin typeface="Arial"/>
                <a:ea typeface="Arial"/>
                <a:cs typeface="Arial"/>
              </a:defRPr>
            </a:lvl6pPr>
            <a:lvl7pPr algn="l">
              <a:defRPr sz="2400" b="0">
                <a:solidFill>
                  <a:srgbClr val="F6F3EE"/>
                </a:solidFill>
                <a:latin typeface="Arial"/>
                <a:ea typeface="Arial"/>
                <a:cs typeface="Arial"/>
              </a:defRPr>
            </a:lvl7pPr>
            <a:lvl8pPr algn="l">
              <a:defRPr sz="2400" b="0">
                <a:solidFill>
                  <a:srgbClr val="F6F3EE"/>
                </a:solidFill>
                <a:latin typeface="Arial"/>
                <a:ea typeface="Arial"/>
                <a:cs typeface="Arial"/>
              </a:defRPr>
            </a:lvl8pPr>
            <a:lvl9pPr algn="l">
              <a:defRPr sz="2400" b="0">
                <a:solidFill>
                  <a:srgbClr val="F6F3EE"/>
                </a:solidFill>
                <a:latin typeface="Arial"/>
                <a:ea typeface="Arial"/>
                <a:cs typeface="Arial"/>
              </a:defRPr>
            </a:lvl9pPr>
          </a:lstStyle>
          <a:p>
            <a:pPr algn="l">
              <a:defRPr sz="2400" b="0">
                <a:solidFill>
                  <a:srgbClr val="F6F3EE"/>
                </a:solidFill>
                <a:latin typeface="Arial"/>
                <a:ea typeface="Arial"/>
                <a:cs typeface="Arial"/>
              </a:defRPr>
            </a:pPr>
            <a:r>
              <a:rPr sz="2400" b="0">
                <a:solidFill>
                  <a:srgbClr val="F6F3EE"/>
                </a:solidFill>
                <a:latin typeface="Arial"/>
                <a:ea typeface="Arial"/>
                <a:cs typeface="Arial"/>
              </a:rPr>
              <a:t>Mohamed Elgheith · étudiant à esprim</a:t>
            </a:r>
          </a:p>
        </p:txBody>
      </p:sp>
      <p:sp>
        <p:nvSpPr>
          <p:cNvPr id="7" name="Questions et échanges">
            <a:extLst>
              <a:ext uri="{FF2B5EF4-FFF2-40B4-BE49-F238E27FC236}">
                <a16:creationId xmlns:a16="http://schemas.microsoft.com/office/drawing/2014/main" id="{FE92E755-AE60-4584-BF4F-B764CAAB878F}"/>
              </a:ext>
            </a:extLst>
          </p:cNvPr>
          <p:cNvSpPr>
            <a:spLocks noGrp="1"/>
          </p:cNvSpPr>
          <p:nvPr/>
        </p:nvSpPr>
        <p:spPr>
          <a:xfrm>
            <a:off x="952500" y="7877175"/>
            <a:ext cx="12382500" cy="409575"/>
          </a:xfrm>
          <a:prstGeom prst="rect">
            <a:avLst/>
          </a:prstGeom>
          <a:noFill/>
          <a:ln w="0">
            <a:noFill/>
          </a:ln>
        </p:spPr>
        <p:txBody>
          <a:bodyPr wrap="square" lIns="0" tIns="0" rIns="0" bIns="0" anchor="t">
            <a:noAutofit/>
          </a:bodyPr>
          <a:lstStyle>
            <a:defPPr algn="l">
              <a:defRPr sz="2025" b="1">
                <a:solidFill>
                  <a:srgbClr val="BD9661"/>
                </a:solidFill>
                <a:latin typeface="Arial"/>
                <a:ea typeface="Arial"/>
                <a:cs typeface="Arial"/>
              </a:defRPr>
            </a:defPPr>
            <a:lvl1pPr algn="l">
              <a:defRPr sz="2025" b="1">
                <a:solidFill>
                  <a:srgbClr val="BD9661"/>
                </a:solidFill>
                <a:latin typeface="Arial"/>
                <a:ea typeface="Arial"/>
                <a:cs typeface="Arial"/>
              </a:defRPr>
            </a:lvl1pPr>
            <a:lvl2pPr algn="l">
              <a:defRPr sz="2025" b="1">
                <a:solidFill>
                  <a:srgbClr val="BD9661"/>
                </a:solidFill>
                <a:latin typeface="Arial"/>
                <a:ea typeface="Arial"/>
                <a:cs typeface="Arial"/>
              </a:defRPr>
            </a:lvl2pPr>
            <a:lvl3pPr algn="l">
              <a:defRPr sz="2025" b="1">
                <a:solidFill>
                  <a:srgbClr val="BD9661"/>
                </a:solidFill>
                <a:latin typeface="Arial"/>
                <a:ea typeface="Arial"/>
                <a:cs typeface="Arial"/>
              </a:defRPr>
            </a:lvl3pPr>
            <a:lvl4pPr algn="l">
              <a:defRPr sz="2025" b="1">
                <a:solidFill>
                  <a:srgbClr val="BD9661"/>
                </a:solidFill>
                <a:latin typeface="Arial"/>
                <a:ea typeface="Arial"/>
                <a:cs typeface="Arial"/>
              </a:defRPr>
            </a:lvl4pPr>
            <a:lvl5pPr algn="l">
              <a:defRPr sz="2025" b="1">
                <a:solidFill>
                  <a:srgbClr val="BD9661"/>
                </a:solidFill>
                <a:latin typeface="Arial"/>
                <a:ea typeface="Arial"/>
                <a:cs typeface="Arial"/>
              </a:defRPr>
            </a:lvl5pPr>
            <a:lvl6pPr algn="l">
              <a:defRPr sz="2025" b="1">
                <a:solidFill>
                  <a:srgbClr val="BD9661"/>
                </a:solidFill>
                <a:latin typeface="Arial"/>
                <a:ea typeface="Arial"/>
                <a:cs typeface="Arial"/>
              </a:defRPr>
            </a:lvl6pPr>
            <a:lvl7pPr algn="l">
              <a:defRPr sz="2025" b="1">
                <a:solidFill>
                  <a:srgbClr val="BD9661"/>
                </a:solidFill>
                <a:latin typeface="Arial"/>
                <a:ea typeface="Arial"/>
                <a:cs typeface="Arial"/>
              </a:defRPr>
            </a:lvl7pPr>
            <a:lvl8pPr algn="l">
              <a:defRPr sz="2025" b="1">
                <a:solidFill>
                  <a:srgbClr val="BD9661"/>
                </a:solidFill>
                <a:latin typeface="Arial"/>
                <a:ea typeface="Arial"/>
                <a:cs typeface="Arial"/>
              </a:defRPr>
            </a:lvl8pPr>
            <a:lvl9pPr algn="l">
              <a:defRPr sz="2025" b="1">
                <a:solidFill>
                  <a:srgbClr val="BD9661"/>
                </a:solidFill>
                <a:latin typeface="Arial"/>
                <a:ea typeface="Arial"/>
                <a:cs typeface="Arial"/>
              </a:defRPr>
            </a:lvl9pPr>
          </a:lstStyle>
          <a:p>
            <a:pPr algn="l">
              <a:defRPr sz="2025" b="1">
                <a:solidFill>
                  <a:srgbClr val="BD9661"/>
                </a:solidFill>
                <a:latin typeface="Arial"/>
                <a:ea typeface="Arial"/>
                <a:cs typeface="Arial"/>
              </a:defRPr>
            </a:pPr>
            <a:r>
              <a:rPr sz="2025" b="1">
                <a:solidFill>
                  <a:srgbClr val="BD9661"/>
                </a:solidFill>
                <a:latin typeface="Arial"/>
                <a:ea typeface="Arial"/>
                <a:cs typeface="Arial"/>
              </a:rPr>
              <a:t>Questions et échanges</a:t>
            </a:r>
          </a:p>
        </p:txBody>
      </p:sp>
    </p:spTree>
    <p:extLst>
      <p:ext uri="{BB962C8B-B14F-4D97-AF65-F5344CB8AC3E}">
        <p14:creationId xmlns:p14="http://schemas.microsoft.com/office/powerpoint/2010/main" val="105226237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0"/>
                      </p:stCondLst>
                      <p:childTnLst>
                        <p:par>
                          <p:cTn id="4" presetID="10" presetClass="entr" presetSubtype="0" fill="hold" nodeType="afterEffect">
                            <p:stCondLst>
                              <p:cond delay="150"/>
                            </p:stCondLst>
                            <p:childTnLst>
                              <p:set>
                                <p:cBhvr>
                                  <p:cTn id="5" dur="1" fill="hold">
                                    <p:stCondLst>
                                      <p:cond delay="0"/>
                                    </p:stCondLst>
                                  </p:cTn>
                                  <p:tgtEl>
                                    <p:spTgt spid="5"/>
                                  </p:tgtEl>
                                  <p:attrNameLst>
                                    <p:attrName>style.visibility</p:attrName>
                                  </p:attrNameLst>
                                </p:cBhvr>
                                <p:to>
                                  <p:strVal val="visible"/>
                                </p:to>
                              </p:set>
                              <p:animEffect transition="in" filter="fade">
                                <p:cBhvr>
                                  <p:cTn id="6" dur="350" fill="hold"/>
                                  <p:tgtEl>
                                    <p:spTgt spid="5"/>
                                  </p:tgtEl>
                                </p:cBhvr>
                              </p:animEffect>
                            </p:childTnLst>
                          </p:cTn>
                        </p:par>
                        <p:par>
                          <p:cTn id="7" presetID="10" presetClass="entr" presetSubtype="0" fill="hold" nodeType="afterEffect">
                            <p:stCondLst>
                              <p:cond delay="450"/>
                            </p:stCondLst>
                            <p:childTnLst>
                              <p:set>
                                <p:cBhvr>
                                  <p:cTn id="8" dur="1" fill="hold">
                                    <p:stCondLst>
                                      <p:cond delay="0"/>
                                    </p:stCondLst>
                                  </p:cTn>
                                  <p:tgtEl>
                                    <p:spTgt spid="6"/>
                                  </p:tgtEl>
                                  <p:attrNameLst>
                                    <p:attrName>style.visibility</p:attrName>
                                  </p:attrNameLst>
                                </p:cBhvr>
                                <p:to>
                                  <p:strVal val="visible"/>
                                </p:to>
                              </p:set>
                              <p:animEffect transition="in" filter="fade">
                                <p:cBhvr>
                                  <p:cTn id="9" dur="350" fill="hold"/>
                                  <p:tgtEl>
                                    <p:spTgt spid="6"/>
                                  </p:tgtEl>
                                </p:cBhvr>
                              </p:animEffect>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6F3EE"/>
        </a:solidFill>
        <a:effectLst/>
      </p:bgPr>
    </p:bg>
    <p:spTree>
      <p:nvGrpSpPr>
        <p:cNvPr id="1" name=""/>
        <p:cNvGrpSpPr/>
        <p:nvPr/>
      </p:nvGrpSpPr>
      <p:grpSpPr>
        <a:xfrm>
          <a:off x="0" y="0"/>
          <a:ext cx="0" cy="0"/>
          <a:chOff x="0" y="0"/>
          <a:chExt cx="0" cy="0"/>
        </a:xfrm>
      </p:grpSpPr>
      <p:sp>
        <p:nvSpPr>
          <p:cNvPr id="6" name="Sources et crédits">
            <a:extLst>
              <a:ext uri="{FF2B5EF4-FFF2-40B4-BE49-F238E27FC236}">
                <a16:creationId xmlns:a16="http://schemas.microsoft.com/office/drawing/2014/main" id="{B9598591-C794-496C-8F74-A4CB5FD05616}"/>
              </a:ext>
            </a:extLst>
          </p:cNvPr>
          <p:cNvSpPr>
            <a:spLocks noGrp="1"/>
          </p:cNvSpPr>
          <p:nvPr/>
        </p:nvSpPr>
        <p:spPr>
          <a:xfrm>
            <a:off x="762000" y="552450"/>
            <a:ext cx="13716000" cy="1200150"/>
          </a:xfrm>
          <a:prstGeom prst="rect">
            <a:avLst/>
          </a:prstGeom>
          <a:noFill/>
          <a:ln w="0">
            <a:noFill/>
          </a:ln>
        </p:spPr>
        <p:txBody>
          <a:bodyPr wrap="square" lIns="0" tIns="0" rIns="0" bIns="0" anchor="t">
            <a:noAutofit/>
          </a:bodyPr>
          <a:lstStyle>
            <a:defPPr algn="l">
              <a:defRPr sz="3900" b="0">
                <a:solidFill>
                  <a:srgbClr val="203A32"/>
                </a:solidFill>
                <a:latin typeface="Georgia"/>
                <a:ea typeface="Georgia"/>
                <a:cs typeface="Georgia"/>
              </a:defRPr>
            </a:defPPr>
            <a:lvl1pPr algn="l">
              <a:defRPr sz="3900" b="0">
                <a:solidFill>
                  <a:srgbClr val="203A32"/>
                </a:solidFill>
                <a:latin typeface="Georgia"/>
                <a:ea typeface="Georgia"/>
                <a:cs typeface="Georgia"/>
              </a:defRPr>
            </a:lvl1pPr>
            <a:lvl2pPr algn="l">
              <a:defRPr sz="3900" b="0">
                <a:solidFill>
                  <a:srgbClr val="203A32"/>
                </a:solidFill>
                <a:latin typeface="Georgia"/>
                <a:ea typeface="Georgia"/>
                <a:cs typeface="Georgia"/>
              </a:defRPr>
            </a:lvl2pPr>
            <a:lvl3pPr algn="l">
              <a:defRPr sz="3900" b="0">
                <a:solidFill>
                  <a:srgbClr val="203A32"/>
                </a:solidFill>
                <a:latin typeface="Georgia"/>
                <a:ea typeface="Georgia"/>
                <a:cs typeface="Georgia"/>
              </a:defRPr>
            </a:lvl3pPr>
            <a:lvl4pPr algn="l">
              <a:defRPr sz="3900" b="0">
                <a:solidFill>
                  <a:srgbClr val="203A32"/>
                </a:solidFill>
                <a:latin typeface="Georgia"/>
                <a:ea typeface="Georgia"/>
                <a:cs typeface="Georgia"/>
              </a:defRPr>
            </a:lvl4pPr>
            <a:lvl5pPr algn="l">
              <a:defRPr sz="3900" b="0">
                <a:solidFill>
                  <a:srgbClr val="203A32"/>
                </a:solidFill>
                <a:latin typeface="Georgia"/>
                <a:ea typeface="Georgia"/>
                <a:cs typeface="Georgia"/>
              </a:defRPr>
            </a:lvl5pPr>
            <a:lvl6pPr algn="l">
              <a:defRPr sz="3900" b="0">
                <a:solidFill>
                  <a:srgbClr val="203A32"/>
                </a:solidFill>
                <a:latin typeface="Georgia"/>
                <a:ea typeface="Georgia"/>
                <a:cs typeface="Georgia"/>
              </a:defRPr>
            </a:lvl6pPr>
            <a:lvl7pPr algn="l">
              <a:defRPr sz="3900" b="0">
                <a:solidFill>
                  <a:srgbClr val="203A32"/>
                </a:solidFill>
                <a:latin typeface="Georgia"/>
                <a:ea typeface="Georgia"/>
                <a:cs typeface="Georgia"/>
              </a:defRPr>
            </a:lvl7pPr>
            <a:lvl8pPr algn="l">
              <a:defRPr sz="3900" b="0">
                <a:solidFill>
                  <a:srgbClr val="203A32"/>
                </a:solidFill>
                <a:latin typeface="Georgia"/>
                <a:ea typeface="Georgia"/>
                <a:cs typeface="Georgia"/>
              </a:defRPr>
            </a:lvl8pPr>
            <a:lvl9pPr algn="l">
              <a:defRPr sz="3900" b="0">
                <a:solidFill>
                  <a:srgbClr val="203A32"/>
                </a:solidFill>
                <a:latin typeface="Georgia"/>
                <a:ea typeface="Georgia"/>
                <a:cs typeface="Georgia"/>
              </a:defRPr>
            </a:lvl9pPr>
          </a:lstStyle>
          <a:p>
            <a:pPr algn="l">
              <a:defRPr sz="3900" b="0">
                <a:solidFill>
                  <a:srgbClr val="203A32"/>
                </a:solidFill>
                <a:latin typeface="Georgia"/>
                <a:ea typeface="Georgia"/>
                <a:cs typeface="Georgia"/>
              </a:defRPr>
            </a:pPr>
            <a:r>
              <a:rPr sz="3900" b="0">
                <a:solidFill>
                  <a:srgbClr val="203A32"/>
                </a:solidFill>
                <a:latin typeface="Georgia"/>
                <a:ea typeface="Georgia"/>
                <a:cs typeface="Georgia"/>
              </a:rPr>
              <a:t>Sources et crédits</a:t>
            </a:r>
          </a:p>
        </p:txBody>
      </p:sp>
      <p:sp>
        <p:nvSpPr>
          <p:cNvPr id="2" name="18">
            <a:extLst>
              <a:ext uri="{FF2B5EF4-FFF2-40B4-BE49-F238E27FC236}">
                <a16:creationId xmlns:a16="http://schemas.microsoft.com/office/drawing/2014/main" id="{4B6FED31-3281-4B2A-AC28-1953C039BABD}"/>
              </a:ext>
            </a:extLst>
          </p:cNvPr>
          <p:cNvSpPr>
            <a:spLocks noGrp="1"/>
          </p:cNvSpPr>
          <p:nvPr/>
        </p:nvSpPr>
        <p:spPr>
          <a:xfrm>
            <a:off x="13858875" y="8039100"/>
            <a:ext cx="619125" cy="304800"/>
          </a:xfrm>
          <a:prstGeom prst="rect">
            <a:avLst/>
          </a:prstGeom>
          <a:noFill/>
          <a:ln w="0">
            <a:noFill/>
          </a:ln>
        </p:spPr>
        <p:txBody>
          <a:bodyPr wrap="square" lIns="0" tIns="0" rIns="0" bIns="0" anchor="t">
            <a:noAutofit/>
          </a:bodyPr>
          <a:lstStyle>
            <a:defPPr algn="r">
              <a:defRPr sz="1650" b="0">
                <a:solidFill>
                  <a:srgbClr val="637169"/>
                </a:solidFill>
                <a:latin typeface="Arial"/>
                <a:ea typeface="Arial"/>
                <a:cs typeface="Arial"/>
              </a:defRPr>
            </a:defPPr>
            <a:lvl1pPr algn="r">
              <a:defRPr sz="1650" b="0">
                <a:solidFill>
                  <a:srgbClr val="637169"/>
                </a:solidFill>
                <a:latin typeface="Arial"/>
                <a:ea typeface="Arial"/>
                <a:cs typeface="Arial"/>
              </a:defRPr>
            </a:lvl1pPr>
            <a:lvl2pPr algn="r">
              <a:defRPr sz="1650" b="0">
                <a:solidFill>
                  <a:srgbClr val="637169"/>
                </a:solidFill>
                <a:latin typeface="Arial"/>
                <a:ea typeface="Arial"/>
                <a:cs typeface="Arial"/>
              </a:defRPr>
            </a:lvl2pPr>
            <a:lvl3pPr algn="r">
              <a:defRPr sz="1650" b="0">
                <a:solidFill>
                  <a:srgbClr val="637169"/>
                </a:solidFill>
                <a:latin typeface="Arial"/>
                <a:ea typeface="Arial"/>
                <a:cs typeface="Arial"/>
              </a:defRPr>
            </a:lvl3pPr>
            <a:lvl4pPr algn="r">
              <a:defRPr sz="1650" b="0">
                <a:solidFill>
                  <a:srgbClr val="637169"/>
                </a:solidFill>
                <a:latin typeface="Arial"/>
                <a:ea typeface="Arial"/>
                <a:cs typeface="Arial"/>
              </a:defRPr>
            </a:lvl4pPr>
            <a:lvl5pPr algn="r">
              <a:defRPr sz="1650" b="0">
                <a:solidFill>
                  <a:srgbClr val="637169"/>
                </a:solidFill>
                <a:latin typeface="Arial"/>
                <a:ea typeface="Arial"/>
                <a:cs typeface="Arial"/>
              </a:defRPr>
            </a:lvl5pPr>
            <a:lvl6pPr algn="r">
              <a:defRPr sz="1650" b="0">
                <a:solidFill>
                  <a:srgbClr val="637169"/>
                </a:solidFill>
                <a:latin typeface="Arial"/>
                <a:ea typeface="Arial"/>
                <a:cs typeface="Arial"/>
              </a:defRPr>
            </a:lvl6pPr>
            <a:lvl7pPr algn="r">
              <a:defRPr sz="1650" b="0">
                <a:solidFill>
                  <a:srgbClr val="637169"/>
                </a:solidFill>
                <a:latin typeface="Arial"/>
                <a:ea typeface="Arial"/>
                <a:cs typeface="Arial"/>
              </a:defRPr>
            </a:lvl7pPr>
            <a:lvl8pPr algn="r">
              <a:defRPr sz="1650" b="0">
                <a:solidFill>
                  <a:srgbClr val="637169"/>
                </a:solidFill>
                <a:latin typeface="Arial"/>
                <a:ea typeface="Arial"/>
                <a:cs typeface="Arial"/>
              </a:defRPr>
            </a:lvl8pPr>
            <a:lvl9pPr algn="r">
              <a:defRPr sz="1650" b="0">
                <a:solidFill>
                  <a:srgbClr val="637169"/>
                </a:solidFill>
                <a:latin typeface="Arial"/>
                <a:ea typeface="Arial"/>
                <a:cs typeface="Arial"/>
              </a:defRPr>
            </a:lvl9pPr>
          </a:lstStyle>
          <a:p>
            <a:pPr algn="r">
              <a:defRPr sz="1650" b="0">
                <a:solidFill>
                  <a:srgbClr val="637169"/>
                </a:solidFill>
                <a:latin typeface="Arial"/>
                <a:ea typeface="Arial"/>
                <a:cs typeface="Arial"/>
              </a:defRPr>
            </a:pPr>
            <a:r>
              <a:rPr sz="1650" b="0">
                <a:solidFill>
                  <a:srgbClr val="637169"/>
                </a:solidFill>
                <a:latin typeface="Arial"/>
                <a:ea typeface="Arial"/>
                <a:cs typeface="Arial"/>
              </a:rPr>
              <a:t>18</a:t>
            </a:r>
          </a:p>
        </p:txBody>
      </p:sp>
      <p:sp>
        <p:nvSpPr>
          <p:cNvPr id="3" name="Modèles : BritishMuseumDH · CC BY-NC-SA 4.0">
            <a:extLst>
              <a:ext uri="{FF2B5EF4-FFF2-40B4-BE49-F238E27FC236}">
                <a16:creationId xmlns:a16="http://schemas.microsoft.com/office/drawing/2014/main" id="{5B354AD4-6F0B-469B-B42F-308D01F92995}"/>
              </a:ext>
            </a:extLst>
          </p:cNvPr>
          <p:cNvSpPr>
            <a:spLocks noGrp="1"/>
          </p:cNvSpPr>
          <p:nvPr/>
        </p:nvSpPr>
        <p:spPr>
          <a:xfrm>
            <a:off x="857250" y="1819275"/>
            <a:ext cx="13335000" cy="523875"/>
          </a:xfrm>
          <a:prstGeom prst="rect">
            <a:avLst/>
          </a:prstGeom>
          <a:noFill/>
          <a:ln w="0">
            <a:noFill/>
          </a:ln>
        </p:spPr>
        <p:txBody>
          <a:bodyPr wrap="square" lIns="0" tIns="0" rIns="0" bIns="0" anchor="t">
            <a:noAutofit/>
          </a:bodyPr>
          <a:lstStyle>
            <a:defPPr algn="l">
              <a:defRPr sz="2175" b="1">
                <a:solidFill>
                  <a:srgbClr val="203A32"/>
                </a:solidFill>
                <a:latin typeface="Arial"/>
                <a:ea typeface="Arial"/>
                <a:cs typeface="Arial"/>
              </a:defRPr>
            </a:defPPr>
            <a:lvl1pPr algn="l">
              <a:defRPr sz="2175" b="1">
                <a:solidFill>
                  <a:srgbClr val="203A32"/>
                </a:solidFill>
                <a:latin typeface="Arial"/>
                <a:ea typeface="Arial"/>
                <a:cs typeface="Arial"/>
              </a:defRPr>
            </a:lvl1pPr>
            <a:lvl2pPr algn="l">
              <a:defRPr sz="2175" b="1">
                <a:solidFill>
                  <a:srgbClr val="203A32"/>
                </a:solidFill>
                <a:latin typeface="Arial"/>
                <a:ea typeface="Arial"/>
                <a:cs typeface="Arial"/>
              </a:defRPr>
            </a:lvl2pPr>
            <a:lvl3pPr algn="l">
              <a:defRPr sz="2175" b="1">
                <a:solidFill>
                  <a:srgbClr val="203A32"/>
                </a:solidFill>
                <a:latin typeface="Arial"/>
                <a:ea typeface="Arial"/>
                <a:cs typeface="Arial"/>
              </a:defRPr>
            </a:lvl3pPr>
            <a:lvl4pPr algn="l">
              <a:defRPr sz="2175" b="1">
                <a:solidFill>
                  <a:srgbClr val="203A32"/>
                </a:solidFill>
                <a:latin typeface="Arial"/>
                <a:ea typeface="Arial"/>
                <a:cs typeface="Arial"/>
              </a:defRPr>
            </a:lvl4pPr>
            <a:lvl5pPr algn="l">
              <a:defRPr sz="2175" b="1">
                <a:solidFill>
                  <a:srgbClr val="203A32"/>
                </a:solidFill>
                <a:latin typeface="Arial"/>
                <a:ea typeface="Arial"/>
                <a:cs typeface="Arial"/>
              </a:defRPr>
            </a:lvl5pPr>
            <a:lvl6pPr algn="l">
              <a:defRPr sz="2175" b="1">
                <a:solidFill>
                  <a:srgbClr val="203A32"/>
                </a:solidFill>
                <a:latin typeface="Arial"/>
                <a:ea typeface="Arial"/>
                <a:cs typeface="Arial"/>
              </a:defRPr>
            </a:lvl6pPr>
            <a:lvl7pPr algn="l">
              <a:defRPr sz="2175" b="1">
                <a:solidFill>
                  <a:srgbClr val="203A32"/>
                </a:solidFill>
                <a:latin typeface="Arial"/>
                <a:ea typeface="Arial"/>
                <a:cs typeface="Arial"/>
              </a:defRPr>
            </a:lvl7pPr>
            <a:lvl8pPr algn="l">
              <a:defRPr sz="2175" b="1">
                <a:solidFill>
                  <a:srgbClr val="203A32"/>
                </a:solidFill>
                <a:latin typeface="Arial"/>
                <a:ea typeface="Arial"/>
                <a:cs typeface="Arial"/>
              </a:defRPr>
            </a:lvl8pPr>
            <a:lvl9pPr algn="l">
              <a:defRPr sz="2175" b="1">
                <a:solidFill>
                  <a:srgbClr val="203A32"/>
                </a:solidFill>
                <a:latin typeface="Arial"/>
                <a:ea typeface="Arial"/>
                <a:cs typeface="Arial"/>
              </a:defRPr>
            </a:lvl9pPr>
          </a:lstStyle>
          <a:p>
            <a:pPr algn="l">
              <a:defRPr sz="2175" b="1">
                <a:solidFill>
                  <a:srgbClr val="203A32"/>
                </a:solidFill>
                <a:latin typeface="Arial"/>
                <a:ea typeface="Arial"/>
                <a:cs typeface="Arial"/>
              </a:defRPr>
            </a:pPr>
            <a:r>
              <a:rPr sz="2175" b="1">
                <a:solidFill>
                  <a:srgbClr val="203A32"/>
                </a:solidFill>
                <a:latin typeface="Arial"/>
                <a:ea typeface="Arial"/>
                <a:cs typeface="Arial"/>
              </a:rPr>
              <a:t>Modèles : BritishMuseumDH · CC BY-NC-SA 4.0</a:t>
            </a:r>
          </a:p>
        </p:txBody>
      </p:sp>
      <p:graphicFrame>
        <p:nvGraphicFramePr>
          <p:cNvPr id="4" name="Table 3">
            <a:extLst>
              <a:ext uri="{FF2B5EF4-FFF2-40B4-BE49-F238E27FC236}">
                <a16:creationId xmlns:a16="http://schemas.microsoft.com/office/drawing/2014/main" id="{B861013E-E44E-4C14-AE76-2F18DBE360A9}"/>
              </a:ext>
            </a:extLst>
          </p:cNvPr>
          <p:cNvGraphicFramePr/>
          <p:nvPr/>
        </p:nvGraphicFramePr>
        <p:xfrm>
          <a:off x="762000" y="2657475"/>
          <a:ext cx="13716000" cy="4171951"/>
        </p:xfrm>
        <a:graphic>
          <a:graphicData uri="http://schemas.openxmlformats.org/drawingml/2006/table">
            <a:tbl>
              <a:tblPr/>
              <a:tblGrid>
                <a:gridCol w="5619750">
                  <a:extLst>
                    <a:ext uri="{9D8B030D-6E8A-4147-A177-3AD203B41FA5}">
                      <a16:colId xmlns:a16="http://schemas.microsoft.com/office/drawing/2014/main" val="20000"/>
                    </a:ext>
                  </a:extLst>
                </a:gridCol>
                <a:gridCol w="4572000">
                  <a:extLst>
                    <a:ext uri="{9D8B030D-6E8A-4147-A177-3AD203B41FA5}">
                      <a16:colId xmlns:a16="http://schemas.microsoft.com/office/drawing/2014/main" val="20001"/>
                    </a:ext>
                  </a:extLst>
                </a:gridCol>
                <a:gridCol w="3524250">
                  <a:extLst>
                    <a:ext uri="{9D8B030D-6E8A-4147-A177-3AD203B41FA5}">
                      <a16:colId xmlns:a16="http://schemas.microsoft.com/office/drawing/2014/main" val="20002"/>
                    </a:ext>
                  </a:extLst>
                </a:gridCol>
              </a:tblGrid>
              <a:tr h="595993">
                <a:tc>
                  <a:txBody>
                    <a:bodyPr/>
                    <a:lstStyle/>
                    <a:p>
                      <a:r>
                        <a:rPr sz="1875" b="1">
                          <a:solidFill>
                            <a:srgbClr val="F6F3EE"/>
                          </a:solidFill>
                          <a:latin typeface="Arial"/>
                          <a:ea typeface="Arial"/>
                          <a:cs typeface="Arial"/>
                        </a:rPr>
                        <a:t>Photographie</a:t>
                      </a:r>
                    </a:p>
                  </a:txBody>
                  <a:tcPr anchor="ctr">
                    <a:lnL w="7620">
                      <a:solidFill>
                        <a:srgbClr val="D6D7CE"/>
                      </a:solidFill>
                      <a:prstDash val="solid"/>
                    </a:lnL>
                    <a:lnR w="7620">
                      <a:solidFill>
                        <a:srgbClr val="D6D7CE"/>
                      </a:solidFill>
                      <a:prstDash val="solid"/>
                    </a:lnR>
                    <a:lnT w="7620">
                      <a:solidFill>
                        <a:srgbClr val="D6D7CE"/>
                      </a:solidFill>
                      <a:prstDash val="solid"/>
                    </a:lnT>
                    <a:lnB w="7620">
                      <a:solidFill>
                        <a:srgbClr val="D6D7CE"/>
                      </a:solidFill>
                      <a:prstDash val="solid"/>
                    </a:lnB>
                    <a:solidFill>
                      <a:srgbClr val="203A32"/>
                    </a:solidFill>
                  </a:tcPr>
                </a:tc>
                <a:tc>
                  <a:txBody>
                    <a:bodyPr/>
                    <a:lstStyle/>
                    <a:p>
                      <a:r>
                        <a:rPr sz="1875" b="1">
                          <a:solidFill>
                            <a:srgbClr val="F6F3EE"/>
                          </a:solidFill>
                          <a:latin typeface="Arial"/>
                          <a:ea typeface="Arial"/>
                          <a:cs typeface="Arial"/>
                        </a:rPr>
                        <a:t>Auteur</a:t>
                      </a:r>
                    </a:p>
                  </a:txBody>
                  <a:tcPr anchor="ctr">
                    <a:lnL w="7620" cap="flat" cmpd="sng" algn="ctr">
                      <a:solidFill>
                        <a:srgbClr val="D6D7CE"/>
                      </a:solidFill>
                      <a:prstDash val="solid"/>
                      <a:round/>
                      <a:headEnd type="none" w="med" len="med"/>
                      <a:tailEnd type="none" w="med" len="med"/>
                    </a:lnL>
                    <a:lnR w="7620">
                      <a:solidFill>
                        <a:srgbClr val="D6D7CE"/>
                      </a:solidFill>
                      <a:prstDash val="solid"/>
                    </a:lnR>
                    <a:lnT w="7620">
                      <a:solidFill>
                        <a:srgbClr val="D6D7CE"/>
                      </a:solidFill>
                      <a:prstDash val="solid"/>
                    </a:lnT>
                    <a:lnB w="7620">
                      <a:solidFill>
                        <a:srgbClr val="D6D7CE"/>
                      </a:solidFill>
                      <a:prstDash val="solid"/>
                    </a:lnB>
                    <a:solidFill>
                      <a:srgbClr val="203A32"/>
                    </a:solidFill>
                  </a:tcPr>
                </a:tc>
                <a:tc>
                  <a:txBody>
                    <a:bodyPr/>
                    <a:lstStyle/>
                    <a:p>
                      <a:r>
                        <a:rPr sz="1875" b="1">
                          <a:solidFill>
                            <a:srgbClr val="F6F3EE"/>
                          </a:solidFill>
                          <a:latin typeface="Arial"/>
                          <a:ea typeface="Arial"/>
                          <a:cs typeface="Arial"/>
                        </a:rPr>
                        <a:t>Licence</a:t>
                      </a:r>
                    </a:p>
                  </a:txBody>
                  <a:tcPr anchor="ctr">
                    <a:lnL w="7620" cap="flat" cmpd="sng" algn="ctr">
                      <a:solidFill>
                        <a:srgbClr val="D6D7CE"/>
                      </a:solidFill>
                      <a:prstDash val="solid"/>
                      <a:round/>
                      <a:headEnd type="none" w="med" len="med"/>
                      <a:tailEnd type="none" w="med" len="med"/>
                    </a:lnL>
                    <a:lnR w="7620">
                      <a:solidFill>
                        <a:srgbClr val="D6D7CE"/>
                      </a:solidFill>
                      <a:prstDash val="solid"/>
                    </a:lnR>
                    <a:lnT w="7620">
                      <a:solidFill>
                        <a:srgbClr val="D6D7CE"/>
                      </a:solidFill>
                      <a:prstDash val="solid"/>
                    </a:lnT>
                    <a:lnB w="7620">
                      <a:solidFill>
                        <a:srgbClr val="D6D7CE"/>
                      </a:solidFill>
                      <a:prstDash val="solid"/>
                    </a:lnB>
                    <a:solidFill>
                      <a:srgbClr val="203A32"/>
                    </a:solidFill>
                  </a:tcPr>
                </a:tc>
                <a:extLst>
                  <a:ext uri="{0D108BD9-81ED-4DB2-BD59-A6C34878D82A}">
                    <a16:rowId xmlns:a16="http://schemas.microsoft.com/office/drawing/2014/main" val="10000"/>
                  </a:ext>
                </a:extLst>
              </a:tr>
              <a:tr h="595993">
                <a:tc>
                  <a:txBody>
                    <a:bodyPr/>
                    <a:lstStyle/>
                    <a:p>
                      <a:r>
                        <a:rPr sz="1875" b="0">
                          <a:solidFill>
                            <a:srgbClr val="203A32"/>
                          </a:solidFill>
                          <a:latin typeface="Arial"/>
                          <a:ea typeface="Arial"/>
                          <a:cs typeface="Arial"/>
                        </a:rPr>
                        <a:t>Pierre de Rosette</a:t>
                      </a:r>
                    </a:p>
                  </a:txBody>
                  <a:tcPr anchor="ctr">
                    <a:lnL w="7620">
                      <a:solidFill>
                        <a:srgbClr val="D6D7CE"/>
                      </a:solidFill>
                      <a:prstDash val="solid"/>
                    </a:lnL>
                    <a:lnR w="7620">
                      <a:solidFill>
                        <a:srgbClr val="D6D7CE"/>
                      </a:solidFill>
                      <a:prstDash val="solid"/>
                    </a:lnR>
                    <a:lnT w="7620" cap="flat" cmpd="sng" algn="ctr">
                      <a:solidFill>
                        <a:srgbClr val="D6D7CE"/>
                      </a:solidFill>
                      <a:prstDash val="solid"/>
                      <a:round/>
                      <a:headEnd type="none" w="med" len="med"/>
                      <a:tailEnd type="none" w="med" len="med"/>
                    </a:lnT>
                    <a:lnB w="7620">
                      <a:solidFill>
                        <a:srgbClr val="D6D7CE"/>
                      </a:solidFill>
                      <a:prstDash val="solid"/>
                    </a:lnB>
                    <a:solidFill>
                      <a:srgbClr val="F6F3EE"/>
                    </a:solidFill>
                  </a:tcPr>
                </a:tc>
                <a:tc>
                  <a:txBody>
                    <a:bodyPr/>
                    <a:lstStyle/>
                    <a:p>
                      <a:r>
                        <a:rPr sz="1875" b="0">
                          <a:solidFill>
                            <a:srgbClr val="203A32"/>
                          </a:solidFill>
                          <a:latin typeface="Arial"/>
                          <a:ea typeface="Arial"/>
                          <a:cs typeface="Arial"/>
                        </a:rPr>
                        <a:t>BabelStone</a:t>
                      </a:r>
                    </a:p>
                  </a:txBody>
                  <a:tcPr anchor="ctr">
                    <a:lnL w="7620" cap="flat" cmpd="sng" algn="ctr">
                      <a:solidFill>
                        <a:srgbClr val="D6D7CE"/>
                      </a:solidFill>
                      <a:prstDash val="solid"/>
                      <a:round/>
                      <a:headEnd type="none" w="med" len="med"/>
                      <a:tailEnd type="none" w="med" len="med"/>
                    </a:lnL>
                    <a:lnR w="7620">
                      <a:solidFill>
                        <a:srgbClr val="D6D7CE"/>
                      </a:solidFill>
                      <a:prstDash val="solid"/>
                    </a:lnR>
                    <a:lnT w="7620" cap="flat" cmpd="sng" algn="ctr">
                      <a:solidFill>
                        <a:srgbClr val="D6D7CE"/>
                      </a:solidFill>
                      <a:prstDash val="solid"/>
                      <a:round/>
                      <a:headEnd type="none" w="med" len="med"/>
                      <a:tailEnd type="none" w="med" len="med"/>
                    </a:lnT>
                    <a:lnB w="7620">
                      <a:solidFill>
                        <a:srgbClr val="D6D7CE"/>
                      </a:solidFill>
                      <a:prstDash val="solid"/>
                    </a:lnB>
                    <a:solidFill>
                      <a:srgbClr val="F6F3EE"/>
                    </a:solidFill>
                  </a:tcPr>
                </a:tc>
                <a:tc>
                  <a:txBody>
                    <a:bodyPr/>
                    <a:lstStyle/>
                    <a:p>
                      <a:r>
                        <a:rPr sz="1875" b="0">
                          <a:solidFill>
                            <a:srgbClr val="203A32"/>
                          </a:solidFill>
                          <a:latin typeface="Arial"/>
                          <a:ea typeface="Arial"/>
                          <a:cs typeface="Arial"/>
                        </a:rPr>
                        <a:t>CC BY SA 3.0</a:t>
                      </a:r>
                    </a:p>
                  </a:txBody>
                  <a:tcPr anchor="ctr">
                    <a:lnL w="7620" cap="flat" cmpd="sng" algn="ctr">
                      <a:solidFill>
                        <a:srgbClr val="D6D7CE"/>
                      </a:solidFill>
                      <a:prstDash val="solid"/>
                      <a:round/>
                      <a:headEnd type="none" w="med" len="med"/>
                      <a:tailEnd type="none" w="med" len="med"/>
                    </a:lnL>
                    <a:lnR w="7620">
                      <a:solidFill>
                        <a:srgbClr val="D6D7CE"/>
                      </a:solidFill>
                      <a:prstDash val="solid"/>
                    </a:lnR>
                    <a:lnT w="7620" cap="flat" cmpd="sng" algn="ctr">
                      <a:solidFill>
                        <a:srgbClr val="D6D7CE"/>
                      </a:solidFill>
                      <a:prstDash val="solid"/>
                      <a:round/>
                      <a:headEnd type="none" w="med" len="med"/>
                      <a:tailEnd type="none" w="med" len="med"/>
                    </a:lnT>
                    <a:lnB w="7620">
                      <a:solidFill>
                        <a:srgbClr val="D6D7CE"/>
                      </a:solidFill>
                      <a:prstDash val="solid"/>
                    </a:lnB>
                    <a:solidFill>
                      <a:srgbClr val="F6F3EE"/>
                    </a:solidFill>
                  </a:tcPr>
                </a:tc>
                <a:extLst>
                  <a:ext uri="{0D108BD9-81ED-4DB2-BD59-A6C34878D82A}">
                    <a16:rowId xmlns:a16="http://schemas.microsoft.com/office/drawing/2014/main" val="10001"/>
                  </a:ext>
                </a:extLst>
              </a:tr>
              <a:tr h="595993">
                <a:tc>
                  <a:txBody>
                    <a:bodyPr/>
                    <a:lstStyle/>
                    <a:p>
                      <a:r>
                        <a:rPr sz="1875" b="0">
                          <a:solidFill>
                            <a:srgbClr val="203A32"/>
                          </a:solidFill>
                          <a:latin typeface="Arial"/>
                          <a:ea typeface="Arial"/>
                          <a:cs typeface="Arial"/>
                        </a:rPr>
                        <a:t>Scarabée monumental</a:t>
                      </a:r>
                    </a:p>
                  </a:txBody>
                  <a:tcPr anchor="ctr">
                    <a:lnL w="7620">
                      <a:solidFill>
                        <a:srgbClr val="D6D7CE"/>
                      </a:solidFill>
                      <a:prstDash val="solid"/>
                    </a:lnL>
                    <a:lnR w="7620">
                      <a:solidFill>
                        <a:srgbClr val="D6D7CE"/>
                      </a:solidFill>
                      <a:prstDash val="solid"/>
                    </a:lnR>
                    <a:lnT w="7620" cap="flat" cmpd="sng" algn="ctr">
                      <a:solidFill>
                        <a:srgbClr val="D6D7CE"/>
                      </a:solidFill>
                      <a:prstDash val="solid"/>
                      <a:round/>
                      <a:headEnd type="none" w="med" len="med"/>
                      <a:tailEnd type="none" w="med" len="med"/>
                    </a:lnT>
                    <a:lnB w="7620">
                      <a:solidFill>
                        <a:srgbClr val="D6D7CE"/>
                      </a:solidFill>
                      <a:prstDash val="solid"/>
                    </a:lnB>
                    <a:solidFill>
                      <a:srgbClr val="F6F3EE"/>
                    </a:solidFill>
                  </a:tcPr>
                </a:tc>
                <a:tc>
                  <a:txBody>
                    <a:bodyPr/>
                    <a:lstStyle/>
                    <a:p>
                      <a:r>
                        <a:rPr sz="1875" b="0">
                          <a:solidFill>
                            <a:srgbClr val="203A32"/>
                          </a:solidFill>
                          <a:latin typeface="Arial"/>
                          <a:ea typeface="Arial"/>
                          <a:cs typeface="Arial"/>
                        </a:rPr>
                        <a:t>Szilas</a:t>
                      </a:r>
                    </a:p>
                  </a:txBody>
                  <a:tcPr anchor="ctr">
                    <a:lnL w="7620" cap="flat" cmpd="sng" algn="ctr">
                      <a:solidFill>
                        <a:srgbClr val="D6D7CE"/>
                      </a:solidFill>
                      <a:prstDash val="solid"/>
                      <a:round/>
                      <a:headEnd type="none" w="med" len="med"/>
                      <a:tailEnd type="none" w="med" len="med"/>
                    </a:lnL>
                    <a:lnR w="7620">
                      <a:solidFill>
                        <a:srgbClr val="D6D7CE"/>
                      </a:solidFill>
                      <a:prstDash val="solid"/>
                    </a:lnR>
                    <a:lnT w="7620" cap="flat" cmpd="sng" algn="ctr">
                      <a:solidFill>
                        <a:srgbClr val="D6D7CE"/>
                      </a:solidFill>
                      <a:prstDash val="solid"/>
                      <a:round/>
                      <a:headEnd type="none" w="med" len="med"/>
                      <a:tailEnd type="none" w="med" len="med"/>
                    </a:lnT>
                    <a:lnB w="7620">
                      <a:solidFill>
                        <a:srgbClr val="D6D7CE"/>
                      </a:solidFill>
                      <a:prstDash val="solid"/>
                    </a:lnB>
                    <a:solidFill>
                      <a:srgbClr val="F6F3EE"/>
                    </a:solidFill>
                  </a:tcPr>
                </a:tc>
                <a:tc>
                  <a:txBody>
                    <a:bodyPr/>
                    <a:lstStyle/>
                    <a:p>
                      <a:r>
                        <a:rPr sz="1875" b="0">
                          <a:solidFill>
                            <a:srgbClr val="203A32"/>
                          </a:solidFill>
                          <a:latin typeface="Arial"/>
                          <a:ea typeface="Arial"/>
                          <a:cs typeface="Arial"/>
                        </a:rPr>
                        <a:t>CC BY SA 4.0</a:t>
                      </a:r>
                    </a:p>
                  </a:txBody>
                  <a:tcPr anchor="ctr">
                    <a:lnL w="7620" cap="flat" cmpd="sng" algn="ctr">
                      <a:solidFill>
                        <a:srgbClr val="D6D7CE"/>
                      </a:solidFill>
                      <a:prstDash val="solid"/>
                      <a:round/>
                      <a:headEnd type="none" w="med" len="med"/>
                      <a:tailEnd type="none" w="med" len="med"/>
                    </a:lnL>
                    <a:lnR w="7620">
                      <a:solidFill>
                        <a:srgbClr val="D6D7CE"/>
                      </a:solidFill>
                      <a:prstDash val="solid"/>
                    </a:lnR>
                    <a:lnT w="7620" cap="flat" cmpd="sng" algn="ctr">
                      <a:solidFill>
                        <a:srgbClr val="D6D7CE"/>
                      </a:solidFill>
                      <a:prstDash val="solid"/>
                      <a:round/>
                      <a:headEnd type="none" w="med" len="med"/>
                      <a:tailEnd type="none" w="med" len="med"/>
                    </a:lnT>
                    <a:lnB w="7620">
                      <a:solidFill>
                        <a:srgbClr val="D6D7CE"/>
                      </a:solidFill>
                      <a:prstDash val="solid"/>
                    </a:lnB>
                    <a:solidFill>
                      <a:srgbClr val="F6F3EE"/>
                    </a:solidFill>
                  </a:tcPr>
                </a:tc>
                <a:extLst>
                  <a:ext uri="{0D108BD9-81ED-4DB2-BD59-A6C34878D82A}">
                    <a16:rowId xmlns:a16="http://schemas.microsoft.com/office/drawing/2014/main" val="10002"/>
                  </a:ext>
                </a:extLst>
              </a:tr>
              <a:tr h="595993">
                <a:tc>
                  <a:txBody>
                    <a:bodyPr/>
                    <a:lstStyle/>
                    <a:p>
                      <a:r>
                        <a:rPr sz="1875" b="0">
                          <a:solidFill>
                            <a:srgbClr val="203A32"/>
                          </a:solidFill>
                          <a:latin typeface="Arial"/>
                          <a:ea typeface="Arial"/>
                          <a:cs typeface="Arial"/>
                        </a:rPr>
                        <a:t>Bélier d’Amon</a:t>
                      </a:r>
                    </a:p>
                  </a:txBody>
                  <a:tcPr anchor="ctr">
                    <a:lnL w="7620">
                      <a:solidFill>
                        <a:srgbClr val="D6D7CE"/>
                      </a:solidFill>
                      <a:prstDash val="solid"/>
                    </a:lnL>
                    <a:lnR w="7620">
                      <a:solidFill>
                        <a:srgbClr val="D6D7CE"/>
                      </a:solidFill>
                      <a:prstDash val="solid"/>
                    </a:lnR>
                    <a:lnT w="7620" cap="flat" cmpd="sng" algn="ctr">
                      <a:solidFill>
                        <a:srgbClr val="D6D7CE"/>
                      </a:solidFill>
                      <a:prstDash val="solid"/>
                      <a:round/>
                      <a:headEnd type="none" w="med" len="med"/>
                      <a:tailEnd type="none" w="med" len="med"/>
                    </a:lnT>
                    <a:lnB w="7620">
                      <a:solidFill>
                        <a:srgbClr val="D6D7CE"/>
                      </a:solidFill>
                      <a:prstDash val="solid"/>
                    </a:lnB>
                    <a:solidFill>
                      <a:srgbClr val="F6F3EE"/>
                    </a:solidFill>
                  </a:tcPr>
                </a:tc>
                <a:tc>
                  <a:txBody>
                    <a:bodyPr/>
                    <a:lstStyle/>
                    <a:p>
                      <a:r>
                        <a:rPr sz="1875" b="0">
                          <a:solidFill>
                            <a:srgbClr val="203A32"/>
                          </a:solidFill>
                          <a:latin typeface="Arial"/>
                          <a:ea typeface="Arial"/>
                          <a:cs typeface="Arial"/>
                        </a:rPr>
                        <a:t>M0tty</a:t>
                      </a:r>
                    </a:p>
                  </a:txBody>
                  <a:tcPr anchor="ctr">
                    <a:lnL w="7620" cap="flat" cmpd="sng" algn="ctr">
                      <a:solidFill>
                        <a:srgbClr val="D6D7CE"/>
                      </a:solidFill>
                      <a:prstDash val="solid"/>
                      <a:round/>
                      <a:headEnd type="none" w="med" len="med"/>
                      <a:tailEnd type="none" w="med" len="med"/>
                    </a:lnL>
                    <a:lnR w="7620">
                      <a:solidFill>
                        <a:srgbClr val="D6D7CE"/>
                      </a:solidFill>
                      <a:prstDash val="solid"/>
                    </a:lnR>
                    <a:lnT w="7620" cap="flat" cmpd="sng" algn="ctr">
                      <a:solidFill>
                        <a:srgbClr val="D6D7CE"/>
                      </a:solidFill>
                      <a:prstDash val="solid"/>
                      <a:round/>
                      <a:headEnd type="none" w="med" len="med"/>
                      <a:tailEnd type="none" w="med" len="med"/>
                    </a:lnT>
                    <a:lnB w="7620">
                      <a:solidFill>
                        <a:srgbClr val="D6D7CE"/>
                      </a:solidFill>
                      <a:prstDash val="solid"/>
                    </a:lnB>
                    <a:solidFill>
                      <a:srgbClr val="F6F3EE"/>
                    </a:solidFill>
                  </a:tcPr>
                </a:tc>
                <a:tc>
                  <a:txBody>
                    <a:bodyPr/>
                    <a:lstStyle/>
                    <a:p>
                      <a:r>
                        <a:rPr sz="1875" b="0">
                          <a:solidFill>
                            <a:srgbClr val="203A32"/>
                          </a:solidFill>
                          <a:latin typeface="Arial"/>
                          <a:ea typeface="Arial"/>
                          <a:cs typeface="Arial"/>
                        </a:rPr>
                        <a:t>CC BY SA 3.0</a:t>
                      </a:r>
                    </a:p>
                  </a:txBody>
                  <a:tcPr anchor="ctr">
                    <a:lnL w="7620" cap="flat" cmpd="sng" algn="ctr">
                      <a:solidFill>
                        <a:srgbClr val="D6D7CE"/>
                      </a:solidFill>
                      <a:prstDash val="solid"/>
                      <a:round/>
                      <a:headEnd type="none" w="med" len="med"/>
                      <a:tailEnd type="none" w="med" len="med"/>
                    </a:lnL>
                    <a:lnR w="7620">
                      <a:solidFill>
                        <a:srgbClr val="D6D7CE"/>
                      </a:solidFill>
                      <a:prstDash val="solid"/>
                    </a:lnR>
                    <a:lnT w="7620" cap="flat" cmpd="sng" algn="ctr">
                      <a:solidFill>
                        <a:srgbClr val="D6D7CE"/>
                      </a:solidFill>
                      <a:prstDash val="solid"/>
                      <a:round/>
                      <a:headEnd type="none" w="med" len="med"/>
                      <a:tailEnd type="none" w="med" len="med"/>
                    </a:lnT>
                    <a:lnB w="7620">
                      <a:solidFill>
                        <a:srgbClr val="D6D7CE"/>
                      </a:solidFill>
                      <a:prstDash val="solid"/>
                    </a:lnB>
                    <a:solidFill>
                      <a:srgbClr val="F6F3EE"/>
                    </a:solidFill>
                  </a:tcPr>
                </a:tc>
                <a:extLst>
                  <a:ext uri="{0D108BD9-81ED-4DB2-BD59-A6C34878D82A}">
                    <a16:rowId xmlns:a16="http://schemas.microsoft.com/office/drawing/2014/main" val="10003"/>
                  </a:ext>
                </a:extLst>
              </a:tr>
              <a:tr h="595993">
                <a:tc>
                  <a:txBody>
                    <a:bodyPr/>
                    <a:lstStyle/>
                    <a:p>
                      <a:r>
                        <a:rPr sz="1875" b="0">
                          <a:solidFill>
                            <a:srgbClr val="203A32"/>
                          </a:solidFill>
                          <a:latin typeface="Arial"/>
                          <a:ea typeface="Arial"/>
                          <a:cs typeface="Arial"/>
                        </a:rPr>
                        <a:t>Ramsès II</a:t>
                      </a:r>
                    </a:p>
                  </a:txBody>
                  <a:tcPr anchor="ctr">
                    <a:lnL w="7620">
                      <a:solidFill>
                        <a:srgbClr val="D6D7CE"/>
                      </a:solidFill>
                      <a:prstDash val="solid"/>
                    </a:lnL>
                    <a:lnR w="7620">
                      <a:solidFill>
                        <a:srgbClr val="D6D7CE"/>
                      </a:solidFill>
                      <a:prstDash val="solid"/>
                    </a:lnR>
                    <a:lnT w="7620" cap="flat" cmpd="sng" algn="ctr">
                      <a:solidFill>
                        <a:srgbClr val="D6D7CE"/>
                      </a:solidFill>
                      <a:prstDash val="solid"/>
                      <a:round/>
                      <a:headEnd type="none" w="med" len="med"/>
                      <a:tailEnd type="none" w="med" len="med"/>
                    </a:lnT>
                    <a:lnB w="7620">
                      <a:solidFill>
                        <a:srgbClr val="D6D7CE"/>
                      </a:solidFill>
                      <a:prstDash val="solid"/>
                    </a:lnB>
                    <a:solidFill>
                      <a:srgbClr val="F6F3EE"/>
                    </a:solidFill>
                  </a:tcPr>
                </a:tc>
                <a:tc>
                  <a:txBody>
                    <a:bodyPr/>
                    <a:lstStyle/>
                    <a:p>
                      <a:r>
                        <a:rPr sz="1875" b="0">
                          <a:solidFill>
                            <a:srgbClr val="203A32"/>
                          </a:solidFill>
                          <a:latin typeface="Arial"/>
                          <a:ea typeface="Arial"/>
                          <a:cs typeface="Arial"/>
                        </a:rPr>
                        <a:t>BabelStone</a:t>
                      </a:r>
                    </a:p>
                  </a:txBody>
                  <a:tcPr anchor="ctr">
                    <a:lnL w="7620" cap="flat" cmpd="sng" algn="ctr">
                      <a:solidFill>
                        <a:srgbClr val="D6D7CE"/>
                      </a:solidFill>
                      <a:prstDash val="solid"/>
                      <a:round/>
                      <a:headEnd type="none" w="med" len="med"/>
                      <a:tailEnd type="none" w="med" len="med"/>
                    </a:lnL>
                    <a:lnR w="7620">
                      <a:solidFill>
                        <a:srgbClr val="D6D7CE"/>
                      </a:solidFill>
                      <a:prstDash val="solid"/>
                    </a:lnR>
                    <a:lnT w="7620" cap="flat" cmpd="sng" algn="ctr">
                      <a:solidFill>
                        <a:srgbClr val="D6D7CE"/>
                      </a:solidFill>
                      <a:prstDash val="solid"/>
                      <a:round/>
                      <a:headEnd type="none" w="med" len="med"/>
                      <a:tailEnd type="none" w="med" len="med"/>
                    </a:lnT>
                    <a:lnB w="7620">
                      <a:solidFill>
                        <a:srgbClr val="D6D7CE"/>
                      </a:solidFill>
                      <a:prstDash val="solid"/>
                    </a:lnB>
                    <a:solidFill>
                      <a:srgbClr val="F6F3EE"/>
                    </a:solidFill>
                  </a:tcPr>
                </a:tc>
                <a:tc>
                  <a:txBody>
                    <a:bodyPr/>
                    <a:lstStyle/>
                    <a:p>
                      <a:r>
                        <a:rPr sz="1875" b="0">
                          <a:solidFill>
                            <a:srgbClr val="203A32"/>
                          </a:solidFill>
                          <a:latin typeface="Arial"/>
                          <a:ea typeface="Arial"/>
                          <a:cs typeface="Arial"/>
                        </a:rPr>
                        <a:t>CC BY SA 3.0</a:t>
                      </a:r>
                    </a:p>
                  </a:txBody>
                  <a:tcPr anchor="ctr">
                    <a:lnL w="7620" cap="flat" cmpd="sng" algn="ctr">
                      <a:solidFill>
                        <a:srgbClr val="D6D7CE"/>
                      </a:solidFill>
                      <a:prstDash val="solid"/>
                      <a:round/>
                      <a:headEnd type="none" w="med" len="med"/>
                      <a:tailEnd type="none" w="med" len="med"/>
                    </a:lnL>
                    <a:lnR w="7620">
                      <a:solidFill>
                        <a:srgbClr val="D6D7CE"/>
                      </a:solidFill>
                      <a:prstDash val="solid"/>
                    </a:lnR>
                    <a:lnT w="7620" cap="flat" cmpd="sng" algn="ctr">
                      <a:solidFill>
                        <a:srgbClr val="D6D7CE"/>
                      </a:solidFill>
                      <a:prstDash val="solid"/>
                      <a:round/>
                      <a:headEnd type="none" w="med" len="med"/>
                      <a:tailEnd type="none" w="med" len="med"/>
                    </a:lnT>
                    <a:lnB w="7620">
                      <a:solidFill>
                        <a:srgbClr val="D6D7CE"/>
                      </a:solidFill>
                      <a:prstDash val="solid"/>
                    </a:lnB>
                    <a:solidFill>
                      <a:srgbClr val="F6F3EE"/>
                    </a:solidFill>
                  </a:tcPr>
                </a:tc>
                <a:extLst>
                  <a:ext uri="{0D108BD9-81ED-4DB2-BD59-A6C34878D82A}">
                    <a16:rowId xmlns:a16="http://schemas.microsoft.com/office/drawing/2014/main" val="10004"/>
                  </a:ext>
                </a:extLst>
              </a:tr>
              <a:tr h="595993">
                <a:tc>
                  <a:txBody>
                    <a:bodyPr/>
                    <a:lstStyle/>
                    <a:p>
                      <a:r>
                        <a:rPr sz="1875" b="0">
                          <a:solidFill>
                            <a:srgbClr val="203A32"/>
                          </a:solidFill>
                          <a:latin typeface="Arial"/>
                          <a:ea typeface="Arial"/>
                          <a:cs typeface="Arial"/>
                        </a:rPr>
                        <a:t>Lion de Prudhoe — EA1</a:t>
                      </a:r>
                    </a:p>
                  </a:txBody>
                  <a:tcPr anchor="ctr">
                    <a:lnL w="7620">
                      <a:solidFill>
                        <a:srgbClr val="D6D7CE"/>
                      </a:solidFill>
                      <a:prstDash val="solid"/>
                    </a:lnL>
                    <a:lnR w="7620">
                      <a:solidFill>
                        <a:srgbClr val="D6D7CE"/>
                      </a:solidFill>
                      <a:prstDash val="solid"/>
                    </a:lnR>
                    <a:lnT w="7620" cap="flat" cmpd="sng" algn="ctr">
                      <a:solidFill>
                        <a:srgbClr val="D6D7CE"/>
                      </a:solidFill>
                      <a:prstDash val="solid"/>
                      <a:round/>
                      <a:headEnd type="none" w="med" len="med"/>
                      <a:tailEnd type="none" w="med" len="med"/>
                    </a:lnT>
                    <a:lnB w="7620">
                      <a:solidFill>
                        <a:srgbClr val="D6D7CE"/>
                      </a:solidFill>
                      <a:prstDash val="solid"/>
                    </a:lnB>
                    <a:solidFill>
                      <a:srgbClr val="F6F3EE"/>
                    </a:solidFill>
                  </a:tcPr>
                </a:tc>
                <a:tc>
                  <a:txBody>
                    <a:bodyPr/>
                    <a:lstStyle/>
                    <a:p>
                      <a:r>
                        <a:rPr sz="1875" b="0">
                          <a:solidFill>
                            <a:srgbClr val="203A32"/>
                          </a:solidFill>
                          <a:latin typeface="Arial"/>
                          <a:ea typeface="Arial"/>
                          <a:cs typeface="Arial"/>
                        </a:rPr>
                        <a:t>Szilas</a:t>
                      </a:r>
                    </a:p>
                  </a:txBody>
                  <a:tcPr anchor="ctr">
                    <a:lnL w="7620" cap="flat" cmpd="sng" algn="ctr">
                      <a:solidFill>
                        <a:srgbClr val="D6D7CE"/>
                      </a:solidFill>
                      <a:prstDash val="solid"/>
                      <a:round/>
                      <a:headEnd type="none" w="med" len="med"/>
                      <a:tailEnd type="none" w="med" len="med"/>
                    </a:lnL>
                    <a:lnR w="7620">
                      <a:solidFill>
                        <a:srgbClr val="D6D7CE"/>
                      </a:solidFill>
                      <a:prstDash val="solid"/>
                    </a:lnR>
                    <a:lnT w="7620" cap="flat" cmpd="sng" algn="ctr">
                      <a:solidFill>
                        <a:srgbClr val="D6D7CE"/>
                      </a:solidFill>
                      <a:prstDash val="solid"/>
                      <a:round/>
                      <a:headEnd type="none" w="med" len="med"/>
                      <a:tailEnd type="none" w="med" len="med"/>
                    </a:lnT>
                    <a:lnB w="7620">
                      <a:solidFill>
                        <a:srgbClr val="D6D7CE"/>
                      </a:solidFill>
                      <a:prstDash val="solid"/>
                    </a:lnB>
                    <a:solidFill>
                      <a:srgbClr val="F6F3EE"/>
                    </a:solidFill>
                  </a:tcPr>
                </a:tc>
                <a:tc>
                  <a:txBody>
                    <a:bodyPr/>
                    <a:lstStyle/>
                    <a:p>
                      <a:r>
                        <a:rPr sz="1875" b="0">
                          <a:solidFill>
                            <a:srgbClr val="203A32"/>
                          </a:solidFill>
                          <a:latin typeface="Arial"/>
                          <a:ea typeface="Arial"/>
                          <a:cs typeface="Arial"/>
                        </a:rPr>
                        <a:t>CC BY SA 4.0</a:t>
                      </a:r>
                    </a:p>
                  </a:txBody>
                  <a:tcPr anchor="ctr">
                    <a:lnL w="7620" cap="flat" cmpd="sng" algn="ctr">
                      <a:solidFill>
                        <a:srgbClr val="D6D7CE"/>
                      </a:solidFill>
                      <a:prstDash val="solid"/>
                      <a:round/>
                      <a:headEnd type="none" w="med" len="med"/>
                      <a:tailEnd type="none" w="med" len="med"/>
                    </a:lnL>
                    <a:lnR w="7620">
                      <a:solidFill>
                        <a:srgbClr val="D6D7CE"/>
                      </a:solidFill>
                      <a:prstDash val="solid"/>
                    </a:lnR>
                    <a:lnT w="7620" cap="flat" cmpd="sng" algn="ctr">
                      <a:solidFill>
                        <a:srgbClr val="D6D7CE"/>
                      </a:solidFill>
                      <a:prstDash val="solid"/>
                      <a:round/>
                      <a:headEnd type="none" w="med" len="med"/>
                      <a:tailEnd type="none" w="med" len="med"/>
                    </a:lnT>
                    <a:lnB w="7620">
                      <a:solidFill>
                        <a:srgbClr val="D6D7CE"/>
                      </a:solidFill>
                      <a:prstDash val="solid"/>
                    </a:lnB>
                    <a:solidFill>
                      <a:srgbClr val="F6F3EE"/>
                    </a:solidFill>
                  </a:tcPr>
                </a:tc>
                <a:extLst>
                  <a:ext uri="{0D108BD9-81ED-4DB2-BD59-A6C34878D82A}">
                    <a16:rowId xmlns:a16="http://schemas.microsoft.com/office/drawing/2014/main" val="10005"/>
                  </a:ext>
                </a:extLst>
              </a:tr>
              <a:tr h="595993">
                <a:tc>
                  <a:txBody>
                    <a:bodyPr/>
                    <a:lstStyle/>
                    <a:p>
                      <a:r>
                        <a:rPr sz="1875" b="0">
                          <a:solidFill>
                            <a:srgbClr val="203A32"/>
                          </a:solidFill>
                          <a:latin typeface="Arial"/>
                          <a:ea typeface="Arial"/>
                          <a:cs typeface="Arial"/>
                        </a:rPr>
                        <a:t>Sarcophage de Hapmen</a:t>
                      </a:r>
                    </a:p>
                  </a:txBody>
                  <a:tcPr anchor="ctr">
                    <a:lnL w="7620">
                      <a:solidFill>
                        <a:srgbClr val="D6D7CE"/>
                      </a:solidFill>
                      <a:prstDash val="solid"/>
                    </a:lnL>
                    <a:lnR w="7620">
                      <a:solidFill>
                        <a:srgbClr val="D6D7CE"/>
                      </a:solidFill>
                      <a:prstDash val="solid"/>
                    </a:lnR>
                    <a:lnT w="7620" cap="flat" cmpd="sng" algn="ctr">
                      <a:solidFill>
                        <a:srgbClr val="D6D7CE"/>
                      </a:solidFill>
                      <a:prstDash val="solid"/>
                      <a:round/>
                      <a:headEnd type="none" w="med" len="med"/>
                      <a:tailEnd type="none" w="med" len="med"/>
                    </a:lnT>
                    <a:lnB w="7620">
                      <a:solidFill>
                        <a:srgbClr val="D6D7CE"/>
                      </a:solidFill>
                      <a:prstDash val="solid"/>
                    </a:lnB>
                    <a:solidFill>
                      <a:srgbClr val="F6F3EE"/>
                    </a:solidFill>
                  </a:tcPr>
                </a:tc>
                <a:tc>
                  <a:txBody>
                    <a:bodyPr/>
                    <a:lstStyle/>
                    <a:p>
                      <a:r>
                        <a:rPr sz="1875" b="0">
                          <a:solidFill>
                            <a:srgbClr val="203A32"/>
                          </a:solidFill>
                          <a:latin typeface="Arial"/>
                          <a:ea typeface="Arial"/>
                          <a:cs typeface="Arial"/>
                        </a:rPr>
                        <a:t>akhenatenator</a:t>
                      </a:r>
                    </a:p>
                  </a:txBody>
                  <a:tcPr anchor="ctr">
                    <a:lnL w="7620" cap="flat" cmpd="sng" algn="ctr">
                      <a:solidFill>
                        <a:srgbClr val="D6D7CE"/>
                      </a:solidFill>
                      <a:prstDash val="solid"/>
                      <a:round/>
                      <a:headEnd type="none" w="med" len="med"/>
                      <a:tailEnd type="none" w="med" len="med"/>
                    </a:lnL>
                    <a:lnR w="7620">
                      <a:solidFill>
                        <a:srgbClr val="D6D7CE"/>
                      </a:solidFill>
                      <a:prstDash val="solid"/>
                    </a:lnR>
                    <a:lnT w="7620" cap="flat" cmpd="sng" algn="ctr">
                      <a:solidFill>
                        <a:srgbClr val="D6D7CE"/>
                      </a:solidFill>
                      <a:prstDash val="solid"/>
                      <a:round/>
                      <a:headEnd type="none" w="med" len="med"/>
                      <a:tailEnd type="none" w="med" len="med"/>
                    </a:lnT>
                    <a:lnB w="7620">
                      <a:solidFill>
                        <a:srgbClr val="D6D7CE"/>
                      </a:solidFill>
                      <a:prstDash val="solid"/>
                    </a:lnB>
                    <a:solidFill>
                      <a:srgbClr val="F6F3EE"/>
                    </a:solidFill>
                  </a:tcPr>
                </a:tc>
                <a:tc>
                  <a:txBody>
                    <a:bodyPr/>
                    <a:lstStyle/>
                    <a:p>
                      <a:r>
                        <a:rPr sz="1875" b="0">
                          <a:solidFill>
                            <a:srgbClr val="203A32"/>
                          </a:solidFill>
                          <a:latin typeface="Arial"/>
                          <a:ea typeface="Arial"/>
                          <a:cs typeface="Arial"/>
                        </a:rPr>
                        <a:t>CC0 1.0</a:t>
                      </a:r>
                    </a:p>
                  </a:txBody>
                  <a:tcPr anchor="ctr">
                    <a:lnL w="7620" cap="flat" cmpd="sng" algn="ctr">
                      <a:solidFill>
                        <a:srgbClr val="D6D7CE"/>
                      </a:solidFill>
                      <a:prstDash val="solid"/>
                      <a:round/>
                      <a:headEnd type="none" w="med" len="med"/>
                      <a:tailEnd type="none" w="med" len="med"/>
                    </a:lnL>
                    <a:lnR w="7620">
                      <a:solidFill>
                        <a:srgbClr val="D6D7CE"/>
                      </a:solidFill>
                      <a:prstDash val="solid"/>
                    </a:lnR>
                    <a:lnT w="7620" cap="flat" cmpd="sng" algn="ctr">
                      <a:solidFill>
                        <a:srgbClr val="D6D7CE"/>
                      </a:solidFill>
                      <a:prstDash val="solid"/>
                      <a:round/>
                      <a:headEnd type="none" w="med" len="med"/>
                      <a:tailEnd type="none" w="med" len="med"/>
                    </a:lnT>
                    <a:lnB w="7620">
                      <a:solidFill>
                        <a:srgbClr val="D6D7CE"/>
                      </a:solidFill>
                      <a:prstDash val="solid"/>
                    </a:lnB>
                    <a:solidFill>
                      <a:srgbClr val="F6F3EE"/>
                    </a:solidFill>
                  </a:tcPr>
                </a:tc>
                <a:extLst>
                  <a:ext uri="{0D108BD9-81ED-4DB2-BD59-A6C34878D82A}">
                    <a16:rowId xmlns:a16="http://schemas.microsoft.com/office/drawing/2014/main" val="10006"/>
                  </a:ext>
                </a:extLst>
              </a:tr>
            </a:tbl>
          </a:graphicData>
        </a:graphic>
      </p:graphicFrame>
      <p:sp>
        <p:nvSpPr>
          <p:cNvPr id="5" name="Voix : ElevenLabs · Alignement des sous-titres : MMS">
            <a:extLst>
              <a:ext uri="{FF2B5EF4-FFF2-40B4-BE49-F238E27FC236}">
                <a16:creationId xmlns:a16="http://schemas.microsoft.com/office/drawing/2014/main" id="{80EC2A5F-0D1B-46C2-8BA8-DBE21A93D2F4}"/>
              </a:ext>
            </a:extLst>
          </p:cNvPr>
          <p:cNvSpPr>
            <a:spLocks noGrp="1"/>
          </p:cNvSpPr>
          <p:nvPr/>
        </p:nvSpPr>
        <p:spPr>
          <a:xfrm>
            <a:off x="857250" y="7229475"/>
            <a:ext cx="13335000" cy="800100"/>
          </a:xfrm>
          <a:prstGeom prst="rect">
            <a:avLst/>
          </a:prstGeom>
          <a:noFill/>
          <a:ln w="0">
            <a:noFill/>
          </a:ln>
        </p:spPr>
        <p:txBody>
          <a:bodyPr wrap="square" lIns="0" tIns="0" rIns="0" bIns="0" anchor="t">
            <a:noAutofit/>
          </a:bodyPr>
          <a:lstStyle>
            <a:defPPr algn="l">
              <a:defRPr sz="1950" b="0">
                <a:solidFill>
                  <a:srgbClr val="637169"/>
                </a:solidFill>
                <a:latin typeface="Arial"/>
                <a:ea typeface="Arial"/>
                <a:cs typeface="Arial"/>
              </a:defRPr>
            </a:defPPr>
            <a:lvl1pPr algn="l">
              <a:defRPr sz="1950" b="0">
                <a:solidFill>
                  <a:srgbClr val="637169"/>
                </a:solidFill>
                <a:latin typeface="Arial"/>
                <a:ea typeface="Arial"/>
                <a:cs typeface="Arial"/>
              </a:defRPr>
            </a:lvl1pPr>
            <a:lvl2pPr algn="l">
              <a:defRPr sz="1950" b="0">
                <a:solidFill>
                  <a:srgbClr val="637169"/>
                </a:solidFill>
                <a:latin typeface="Arial"/>
                <a:ea typeface="Arial"/>
                <a:cs typeface="Arial"/>
              </a:defRPr>
            </a:lvl2pPr>
            <a:lvl3pPr algn="l">
              <a:defRPr sz="1950" b="0">
                <a:solidFill>
                  <a:srgbClr val="637169"/>
                </a:solidFill>
                <a:latin typeface="Arial"/>
                <a:ea typeface="Arial"/>
                <a:cs typeface="Arial"/>
              </a:defRPr>
            </a:lvl3pPr>
            <a:lvl4pPr algn="l">
              <a:defRPr sz="1950" b="0">
                <a:solidFill>
                  <a:srgbClr val="637169"/>
                </a:solidFill>
                <a:latin typeface="Arial"/>
                <a:ea typeface="Arial"/>
                <a:cs typeface="Arial"/>
              </a:defRPr>
            </a:lvl4pPr>
            <a:lvl5pPr algn="l">
              <a:defRPr sz="1950" b="0">
                <a:solidFill>
                  <a:srgbClr val="637169"/>
                </a:solidFill>
                <a:latin typeface="Arial"/>
                <a:ea typeface="Arial"/>
                <a:cs typeface="Arial"/>
              </a:defRPr>
            </a:lvl5pPr>
            <a:lvl6pPr algn="l">
              <a:defRPr sz="1950" b="0">
                <a:solidFill>
                  <a:srgbClr val="637169"/>
                </a:solidFill>
                <a:latin typeface="Arial"/>
                <a:ea typeface="Arial"/>
                <a:cs typeface="Arial"/>
              </a:defRPr>
            </a:lvl6pPr>
            <a:lvl7pPr algn="l">
              <a:defRPr sz="1950" b="0">
                <a:solidFill>
                  <a:srgbClr val="637169"/>
                </a:solidFill>
                <a:latin typeface="Arial"/>
                <a:ea typeface="Arial"/>
                <a:cs typeface="Arial"/>
              </a:defRPr>
            </a:lvl7pPr>
            <a:lvl8pPr algn="l">
              <a:defRPr sz="1950" b="0">
                <a:solidFill>
                  <a:srgbClr val="637169"/>
                </a:solidFill>
                <a:latin typeface="Arial"/>
                <a:ea typeface="Arial"/>
                <a:cs typeface="Arial"/>
              </a:defRPr>
            </a:lvl8pPr>
            <a:lvl9pPr algn="l">
              <a:defRPr sz="1950" b="0">
                <a:solidFill>
                  <a:srgbClr val="637169"/>
                </a:solidFill>
                <a:latin typeface="Arial"/>
                <a:ea typeface="Arial"/>
                <a:cs typeface="Arial"/>
              </a:defRPr>
            </a:lvl9pPr>
          </a:lstStyle>
          <a:p>
            <a:pPr algn="l">
              <a:defRPr sz="1950" b="0">
                <a:solidFill>
                  <a:srgbClr val="637169"/>
                </a:solidFill>
                <a:latin typeface="Arial"/>
                <a:ea typeface="Arial"/>
                <a:cs typeface="Arial"/>
              </a:defRPr>
            </a:pPr>
            <a:r>
              <a:rPr sz="1950" b="0">
                <a:solidFill>
                  <a:srgbClr val="637169"/>
                </a:solidFill>
                <a:latin typeface="Arial"/>
                <a:ea typeface="Arial"/>
                <a:cs typeface="Arial"/>
              </a:rPr>
              <a:t>Voix : ElevenLabs · Alignement des sous-titres : MMS/CTC</a:t>
            </a:r>
          </a:p>
          <a:p>
            <a:pPr algn="l">
              <a:defRPr sz="1950" b="0">
                <a:solidFill>
                  <a:srgbClr val="637169"/>
                </a:solidFill>
                <a:latin typeface="Arial"/>
                <a:ea typeface="Arial"/>
                <a:cs typeface="Arial"/>
              </a:defRPr>
            </a:pPr>
            <a:r>
              <a:rPr sz="1950" b="0">
                <a:solidFill>
                  <a:srgbClr val="637169"/>
                </a:solidFill>
                <a:latin typeface="Arial"/>
                <a:ea typeface="Arial"/>
                <a:cs typeface="Arial"/>
              </a:rPr>
              <a:t>Splash et icône : assets imagegen déjà présents dans le projet</a:t>
            </a:r>
          </a:p>
        </p:txBody>
      </p:sp>
    </p:spTree>
    <p:extLst>
      <p:ext uri="{BB962C8B-B14F-4D97-AF65-F5344CB8AC3E}">
        <p14:creationId xmlns:p14="http://schemas.microsoft.com/office/powerpoint/2010/main" val="193675154"/>
      </p:ext>
    </p:extLst>
  </p:cSld>
  <p:clrMapOvr>
    <a:masterClrMapping/>
  </p:clrMapOvr>
  <p:transition>
    <p:fade/>
  </p:transition>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3339</Words>
  <Application>Microsoft Macintosh PowerPoint</Application>
  <DocSecurity>0</DocSecurity>
  <PresentationFormat>Custom</PresentationFormat>
  <Paragraphs>263</Paragraphs>
  <Slides>17</Slides>
  <Notes>17</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17</vt:i4>
      </vt:variant>
    </vt:vector>
  </HeadingPairs>
  <TitlesOfParts>
    <vt:vector size="21" baseType="lpstr">
      <vt:lpstr>Aptos</vt:lpstr>
      <vt:lpstr>Arial</vt:lpstr>
      <vt:lpstr>Georgia</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MOHAMED ELGHEITH Cheikh Tourad</cp:lastModifiedBy>
  <cp:revision>1</cp:revision>
  <dcterms:created xsi:type="dcterms:W3CDTF">2026-10-21T09:43:11Z</dcterms:created>
  <dcterms:modified xsi:type="dcterms:W3CDTF">2026-10-22T11:46:17Z</dcterms:modified>
</cp:coreProperties>
</file>